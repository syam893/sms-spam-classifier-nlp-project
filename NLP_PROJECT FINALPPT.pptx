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67" r:id="rId5"/>
    <p:sldId id="259" r:id="rId6"/>
    <p:sldId id="260" r:id="rId7"/>
    <p:sldId id="261" r:id="rId8"/>
    <p:sldId id="262" r:id="rId9"/>
    <p:sldId id="263" r:id="rId10"/>
    <p:sldId id="264" r:id="rId11"/>
    <p:sldId id="265" r:id="rId12"/>
    <p:sldId id="268" r:id="rId13"/>
    <p:sldId id="266" r:id="rId14"/>
  </p:sldIdLst>
  <p:sldSz cx="12193588"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6"/>
  </p:normalViewPr>
  <p:slideViewPr>
    <p:cSldViewPr snapToGrid="0">
      <p:cViewPr varScale="1">
        <p:scale>
          <a:sx n="108" d="100"/>
          <a:sy n="108" d="100"/>
        </p:scale>
        <p:origin x="7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p:cNvSpPr/>
          <p:nvPr/>
        </p:nvSpPr>
        <p:spPr>
          <a:xfrm>
            <a:off x="0" y="0"/>
            <a:ext cx="9144000" cy="6858000"/>
          </a:xfrm>
          <a:prstGeom prst="rect">
            <a:avLst/>
          </a:prstGeom>
          <a:solidFill>
            <a:srgbClr val="FFFFFF"/>
          </a:solidFill>
          <a:ln w="0">
            <a:noFill/>
          </a:ln>
        </p:spPr>
        <p:txBody>
          <a:bodyPr lIns="90000" tIns="45000" rIns="90000" bIns="45000" anchor="ctr" anchorCtr="1">
            <a:noAutofit/>
          </a:bodyPr>
          <a:lstStyle/>
          <a:p>
            <a:endParaRPr lang="en-US" sz="1800" b="0" u="none" strike="noStrike">
              <a:solidFill>
                <a:srgbClr val="000000"/>
              </a:solidFill>
              <a:effectLst/>
              <a:uFillTx/>
              <a:latin typeface="Arial"/>
            </a:endParaRPr>
          </a:p>
        </p:txBody>
      </p:sp>
      <p:sp>
        <p:nvSpPr>
          <p:cNvPr id="15" name="PlaceHolder 1"/>
          <p:cNvSpPr>
            <a:spLocks noGrp="1" noRot="1" noChangeAspect="1"/>
          </p:cNvSpPr>
          <p:nvPr>
            <p:ph type="sldImg"/>
          </p:nvPr>
        </p:nvSpPr>
        <p:spPr>
          <a:xfrm>
            <a:off x="2666880" y="573120"/>
            <a:ext cx="5027760" cy="2828880"/>
          </a:xfrm>
          <a:prstGeom prst="rect">
            <a:avLst/>
          </a:prstGeom>
          <a:noFill/>
          <a:ln w="0">
            <a:noFill/>
          </a:ln>
        </p:spPr>
        <p:txBody>
          <a:bodyPr lIns="0" tIns="0" rIns="0" bIns="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1F497D"/>
                </a:solidFill>
                <a:effectLst/>
                <a:uFillTx/>
                <a:latin typeface="Arial"/>
              </a:rPr>
              <a:t>Click to move the slide</a:t>
            </a:r>
          </a:p>
        </p:txBody>
      </p:sp>
      <p:sp>
        <p:nvSpPr>
          <p:cNvPr id="16" name="PlaceHolder 2"/>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Click to edit the notes format</a:t>
            </a:r>
          </a:p>
        </p:txBody>
      </p:sp>
      <p:sp>
        <p:nvSpPr>
          <p:cNvPr id="17" name="PlaceHolder 3"/>
          <p:cNvSpPr>
            <a:spLocks noGrp="1"/>
          </p:cNvSpPr>
          <p:nvPr>
            <p:ph type="hdr"/>
          </p:nvPr>
        </p:nvSpPr>
        <p:spPr>
          <a:xfrm>
            <a:off x="-360" y="-360"/>
            <a:ext cx="4497480" cy="376200"/>
          </a:xfrm>
          <a:prstGeom prst="rect">
            <a:avLst/>
          </a:prstGeom>
          <a:noFill/>
          <a:ln w="0">
            <a:noFill/>
          </a:ln>
        </p:spPr>
        <p:txBody>
          <a:bodyPr lIns="0" tIns="0" rIns="0" bIns="0" anchor="t">
            <a:noAutofit/>
          </a:bodyPr>
          <a:lstStyle/>
          <a:p>
            <a:pPr indent="0">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imes New Roman"/>
              </a:rPr>
              <a:t>&lt;header&gt;</a:t>
            </a:r>
          </a:p>
        </p:txBody>
      </p:sp>
      <p:sp>
        <p:nvSpPr>
          <p:cNvPr id="18" name="PlaceHolder 4"/>
          <p:cNvSpPr>
            <a:spLocks noGrp="1"/>
          </p:cNvSpPr>
          <p:nvPr>
            <p:ph type="dt" idx="7"/>
          </p:nvPr>
        </p:nvSpPr>
        <p:spPr>
          <a:xfrm>
            <a:off x="5865480" y="-360"/>
            <a:ext cx="4497480" cy="376200"/>
          </a:xfrm>
          <a:prstGeom prst="rect">
            <a:avLst/>
          </a:prstGeom>
          <a:noFill/>
          <a:ln w="0">
            <a:noFill/>
          </a:ln>
        </p:spPr>
        <p:txBody>
          <a:bodyPr lIns="0" tIns="0" rIns="0" bIns="0" anchor="t">
            <a:noAutofit/>
          </a:bodyPr>
          <a:lstStyle>
            <a:lvl1pPr indent="0" algn="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000000"/>
                </a:solidFill>
                <a:effectLst/>
                <a:uFillTx/>
                <a:latin typeface="Times New Roman"/>
              </a:defRPr>
            </a:lvl1pPr>
          </a:lstStyle>
          <a:p>
            <a:pPr indent="0" algn="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imes New Roman"/>
              </a:rPr>
              <a:t>&lt;date/time&gt;</a:t>
            </a:r>
          </a:p>
        </p:txBody>
      </p:sp>
      <p:sp>
        <p:nvSpPr>
          <p:cNvPr id="19" name="PlaceHolder 5"/>
          <p:cNvSpPr>
            <a:spLocks noGrp="1"/>
          </p:cNvSpPr>
          <p:nvPr>
            <p:ph type="ftr" idx="8"/>
          </p:nvPr>
        </p:nvSpPr>
        <p:spPr>
          <a:xfrm>
            <a:off x="-360" y="7165800"/>
            <a:ext cx="4497480" cy="378000"/>
          </a:xfrm>
          <a:prstGeom prst="rect">
            <a:avLst/>
          </a:prstGeom>
          <a:noFill/>
          <a:ln w="0">
            <a:noFill/>
          </a:ln>
        </p:spPr>
        <p:txBody>
          <a:bodyPr lIns="0" tIns="0" rIns="0" bIns="0" anchor="b">
            <a:noAutofit/>
          </a:bodyPr>
          <a:lstStyle>
            <a:lvl1pPr indent="0">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000000"/>
                </a:solidFill>
                <a:effectLst/>
                <a:uFillTx/>
                <a:latin typeface="Times New Roman"/>
              </a:defRPr>
            </a:lvl1pPr>
          </a:lstStyle>
          <a:p>
            <a:pPr indent="0">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imes New Roman"/>
              </a:rPr>
              <a:t>&lt;footer&gt;</a:t>
            </a:r>
          </a:p>
        </p:txBody>
      </p:sp>
      <p:sp>
        <p:nvSpPr>
          <p:cNvPr id="20" name="PlaceHolder 6"/>
          <p:cNvSpPr>
            <a:spLocks noGrp="1"/>
          </p:cNvSpPr>
          <p:nvPr>
            <p:ph type="sldNum" idx="9"/>
          </p:nvPr>
        </p:nvSpPr>
        <p:spPr>
          <a:xfrm>
            <a:off x="5865480" y="7165800"/>
            <a:ext cx="4497480" cy="378000"/>
          </a:xfrm>
          <a:prstGeom prst="rect">
            <a:avLst/>
          </a:prstGeom>
          <a:noFill/>
          <a:ln w="0">
            <a:noFill/>
          </a:ln>
        </p:spPr>
        <p:txBody>
          <a:bodyPr lIns="0" tIns="0" rIns="0" bIns="0" anchor="b">
            <a:noAutofit/>
          </a:bodyPr>
          <a:lstStyle>
            <a:lvl1pPr indent="0" algn="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000000"/>
                </a:solidFill>
                <a:effectLst/>
                <a:uFillTx/>
                <a:latin typeface="Times New Roman"/>
              </a:defRPr>
            </a:lvl1pPr>
          </a:lstStyle>
          <a:p>
            <a:pPr indent="0" algn="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46A1387-EC17-4F99-A333-A41BE1D210F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noRot="1" noChangeAspect="1"/>
          </p:cNvSpPr>
          <p:nvPr>
            <p:ph type="sldImg"/>
          </p:nvPr>
        </p:nvSpPr>
        <p:spPr>
          <a:xfrm>
            <a:off x="381000" y="685800"/>
            <a:ext cx="6096000" cy="3429000"/>
          </a:xfrm>
          <a:prstGeom prst="rect">
            <a:avLst/>
          </a:prstGeom>
          <a:ln w="0">
            <a:noFill/>
          </a:ln>
        </p:spPr>
      </p:sp>
      <p:sp>
        <p:nvSpPr>
          <p:cNvPr id="63" name="PlaceHolder 2"/>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
        <p:nvSpPr>
          <p:cNvPr id="64" name="Slide Number Placeholder 3"/>
          <p:cNvSpPr/>
          <p:nvPr/>
        </p:nvSpPr>
        <p:spPr>
          <a:xfrm>
            <a:off x="5865840" y="7165800"/>
            <a:ext cx="4497480" cy="37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C05943FF-DC78-48BF-8111-C86188624BC6}" type="slidenum">
              <a:rPr lang="en-US" sz="1200" b="0" u="none" strike="noStrike">
                <a:solidFill>
                  <a:srgbClr val="000000"/>
                </a:solidFill>
                <a:effectLst/>
                <a:uFillTx/>
                <a:latin typeface="Calibri"/>
              </a:rPr>
              <a:t>1</a:t>
            </a:fld>
            <a:endParaRPr lang="en-US" sz="1200" b="0" u="none" strike="noStrike">
              <a:solidFill>
                <a:srgbClr val="000000"/>
              </a:solidFill>
              <a:effectLst/>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noRot="1" noChangeAspect="1"/>
          </p:cNvSpPr>
          <p:nvPr>
            <p:ph type="sldImg"/>
          </p:nvPr>
        </p:nvSpPr>
        <p:spPr>
          <a:xfrm>
            <a:off x="381000" y="685800"/>
            <a:ext cx="6096000" cy="3429000"/>
          </a:xfrm>
          <a:prstGeom prst="rect">
            <a:avLst/>
          </a:prstGeom>
          <a:ln w="0">
            <a:noFill/>
          </a:ln>
        </p:spPr>
      </p:sp>
      <p:sp>
        <p:nvSpPr>
          <p:cNvPr id="66" name="PlaceHolder 2"/>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
        <p:nvSpPr>
          <p:cNvPr id="67" name="Slide Number Placeholder 3"/>
          <p:cNvSpPr/>
          <p:nvPr/>
        </p:nvSpPr>
        <p:spPr>
          <a:xfrm>
            <a:off x="5865840" y="7165800"/>
            <a:ext cx="4497480" cy="37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155069C9-2881-4BAB-854E-FAFC0CB0330D}" type="slidenum">
              <a:rPr lang="en-US" sz="1200" b="0" u="none" strike="noStrike">
                <a:solidFill>
                  <a:srgbClr val="000000"/>
                </a:solidFill>
                <a:effectLst/>
                <a:uFillTx/>
                <a:latin typeface="Calibri"/>
              </a:rPr>
              <a:t>2</a:t>
            </a:fld>
            <a:endParaRPr lang="en-US" sz="1200" b="0" u="none" strike="noStrike">
              <a:solidFill>
                <a:srgbClr val="000000"/>
              </a:solidFill>
              <a:effectLst/>
              <a:uFillTx/>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noRot="1" noChangeAspect="1"/>
          </p:cNvSpPr>
          <p:nvPr>
            <p:ph type="sldImg"/>
          </p:nvPr>
        </p:nvSpPr>
        <p:spPr>
          <a:xfrm>
            <a:off x="381000" y="685800"/>
            <a:ext cx="6096000" cy="3429000"/>
          </a:xfrm>
          <a:prstGeom prst="rect">
            <a:avLst/>
          </a:prstGeom>
          <a:ln w="0">
            <a:noFill/>
          </a:ln>
        </p:spPr>
      </p:sp>
      <p:sp>
        <p:nvSpPr>
          <p:cNvPr id="69" name="PlaceHolder 2"/>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
        <p:nvSpPr>
          <p:cNvPr id="70" name="Slide Number Placeholder 3"/>
          <p:cNvSpPr/>
          <p:nvPr/>
        </p:nvSpPr>
        <p:spPr>
          <a:xfrm>
            <a:off x="5865840" y="7165800"/>
            <a:ext cx="4497480" cy="37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73B45F84-42A7-415A-A27B-2C590E2C5BAA}" type="slidenum">
              <a:rPr lang="en-US" sz="1200" b="0" u="none" strike="noStrike">
                <a:solidFill>
                  <a:srgbClr val="000000"/>
                </a:solidFill>
                <a:effectLst/>
                <a:uFillTx/>
                <a:latin typeface="Calibri"/>
              </a:rPr>
              <a:t>3</a:t>
            </a:fld>
            <a:endParaRPr lang="en-US" sz="1200" b="0" u="none" strike="noStrike">
              <a:solidFill>
                <a:srgbClr val="000000"/>
              </a:solidFill>
              <a:effectLst/>
              <a:uFillTx/>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1C79-D47C-4222-5F40-8456DB36A2D2}"/>
            </a:ext>
          </a:extLst>
        </p:cNvPr>
        <p:cNvGrpSpPr/>
        <p:nvPr/>
      </p:nvGrpSpPr>
      <p:grpSpPr>
        <a:xfrm>
          <a:off x="0" y="0"/>
          <a:ext cx="0" cy="0"/>
          <a:chOff x="0" y="0"/>
          <a:chExt cx="0" cy="0"/>
        </a:xfrm>
      </p:grpSpPr>
      <p:sp>
        <p:nvSpPr>
          <p:cNvPr id="68" name="PlaceHolder 1">
            <a:extLst>
              <a:ext uri="{FF2B5EF4-FFF2-40B4-BE49-F238E27FC236}">
                <a16:creationId xmlns:a16="http://schemas.microsoft.com/office/drawing/2014/main" id="{AE2D5430-E189-0F58-F121-7BA33C08E79B}"/>
              </a:ext>
            </a:extLst>
          </p:cNvPr>
          <p:cNvSpPr>
            <a:spLocks noGrp="1" noRot="1" noChangeAspect="1"/>
          </p:cNvSpPr>
          <p:nvPr>
            <p:ph type="sldImg"/>
          </p:nvPr>
        </p:nvSpPr>
        <p:spPr>
          <a:xfrm>
            <a:off x="381000" y="685800"/>
            <a:ext cx="6096000" cy="3429000"/>
          </a:xfrm>
          <a:prstGeom prst="rect">
            <a:avLst/>
          </a:prstGeom>
          <a:ln w="0">
            <a:noFill/>
          </a:ln>
        </p:spPr>
      </p:sp>
      <p:sp>
        <p:nvSpPr>
          <p:cNvPr id="69" name="PlaceHolder 2">
            <a:extLst>
              <a:ext uri="{FF2B5EF4-FFF2-40B4-BE49-F238E27FC236}">
                <a16:creationId xmlns:a16="http://schemas.microsoft.com/office/drawing/2014/main" id="{C3F2FD15-A3BF-A4A1-8226-FC8465F80E16}"/>
              </a:ext>
            </a:extLst>
          </p:cNvPr>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
        <p:nvSpPr>
          <p:cNvPr id="70" name="Slide Number Placeholder 3">
            <a:extLst>
              <a:ext uri="{FF2B5EF4-FFF2-40B4-BE49-F238E27FC236}">
                <a16:creationId xmlns:a16="http://schemas.microsoft.com/office/drawing/2014/main" id="{DE814941-7870-F50D-3857-6BEE17DBE68F}"/>
              </a:ext>
            </a:extLst>
          </p:cNvPr>
          <p:cNvSpPr/>
          <p:nvPr/>
        </p:nvSpPr>
        <p:spPr>
          <a:xfrm>
            <a:off x="5865840" y="7165800"/>
            <a:ext cx="4497480" cy="37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73B45F84-42A7-415A-A27B-2C590E2C5BAA}" type="slidenum">
              <a:rPr lang="en-US" sz="1200" b="0" u="none" strike="noStrike">
                <a:solidFill>
                  <a:srgbClr val="000000"/>
                </a:solidFill>
                <a:effectLst/>
                <a:uFillTx/>
                <a:latin typeface="Calibri"/>
              </a:rPr>
              <a:t>4</a:t>
            </a:fld>
            <a:endParaRPr lang="en-US" sz="1200" b="0" u="none" strike="noStrike">
              <a:solidFill>
                <a:srgbClr val="000000"/>
              </a:solidFill>
              <a:effectLst/>
              <a:uFillTx/>
              <a:latin typeface="Arial"/>
            </a:endParaRPr>
          </a:p>
        </p:txBody>
      </p:sp>
    </p:spTree>
    <p:extLst>
      <p:ext uri="{BB962C8B-B14F-4D97-AF65-F5344CB8AC3E}">
        <p14:creationId xmlns:p14="http://schemas.microsoft.com/office/powerpoint/2010/main" val="1294344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noRot="1" noChangeAspect="1"/>
          </p:cNvSpPr>
          <p:nvPr>
            <p:ph type="sldImg"/>
          </p:nvPr>
        </p:nvSpPr>
        <p:spPr>
          <a:xfrm>
            <a:off x="381000" y="685800"/>
            <a:ext cx="6096000" cy="3429000"/>
          </a:xfrm>
          <a:prstGeom prst="rect">
            <a:avLst/>
          </a:prstGeom>
          <a:ln w="0">
            <a:noFill/>
          </a:ln>
        </p:spPr>
      </p:sp>
      <p:sp>
        <p:nvSpPr>
          <p:cNvPr id="72" name="PlaceHolder 2"/>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
        <p:nvSpPr>
          <p:cNvPr id="73" name="Slide Number Placeholder 3"/>
          <p:cNvSpPr/>
          <p:nvPr/>
        </p:nvSpPr>
        <p:spPr>
          <a:xfrm>
            <a:off x="5865840" y="7165800"/>
            <a:ext cx="4497480" cy="37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07B39511-0D82-4E64-AFB8-8DA39DA23D92}" type="slidenum">
              <a:rPr lang="en-US" sz="1200" b="0" u="none" strike="noStrike">
                <a:solidFill>
                  <a:srgbClr val="000000"/>
                </a:solidFill>
                <a:effectLst/>
                <a:uFillTx/>
                <a:latin typeface="Calibri"/>
              </a:rPr>
              <a:t>5</a:t>
            </a:fld>
            <a:endParaRPr lang="en-US" sz="1200" b="0" u="none" strike="noStrike">
              <a:solidFill>
                <a:srgbClr val="000000"/>
              </a:solidFill>
              <a:effectLst/>
              <a:uFillTx/>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noRot="1" noChangeAspect="1"/>
          </p:cNvSpPr>
          <p:nvPr>
            <p:ph type="sldImg"/>
          </p:nvPr>
        </p:nvSpPr>
        <p:spPr>
          <a:xfrm>
            <a:off x="381000" y="685800"/>
            <a:ext cx="6096000" cy="3429000"/>
          </a:xfrm>
          <a:prstGeom prst="rect">
            <a:avLst/>
          </a:prstGeom>
          <a:ln w="0">
            <a:noFill/>
          </a:ln>
        </p:spPr>
      </p:sp>
      <p:sp>
        <p:nvSpPr>
          <p:cNvPr id="75" name="PlaceHolder 2"/>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
        <p:nvSpPr>
          <p:cNvPr id="76" name="Slide Number Placeholder 3"/>
          <p:cNvSpPr/>
          <p:nvPr/>
        </p:nvSpPr>
        <p:spPr>
          <a:xfrm>
            <a:off x="5865840" y="7165800"/>
            <a:ext cx="4497480" cy="37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F3191293-C0C2-45DB-B514-23B4B0930ACC}" type="slidenum">
              <a:rPr lang="en-US" sz="1200" b="0" u="none" strike="noStrike">
                <a:solidFill>
                  <a:srgbClr val="000000"/>
                </a:solidFill>
                <a:effectLst/>
                <a:uFillTx/>
                <a:latin typeface="Calibri"/>
              </a:rPr>
              <a:t>6</a:t>
            </a:fld>
            <a:endParaRPr lang="en-US" sz="1200" b="0" u="none" strike="noStrike">
              <a:solidFill>
                <a:srgbClr val="000000"/>
              </a:solidFill>
              <a:effectLst/>
              <a:uFillTx/>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1"/>
          <p:cNvSpPr>
            <a:spLocks noGrp="1" noRot="1" noChangeAspect="1"/>
          </p:cNvSpPr>
          <p:nvPr>
            <p:ph type="sldImg"/>
          </p:nvPr>
        </p:nvSpPr>
        <p:spPr>
          <a:xfrm>
            <a:off x="381000" y="685800"/>
            <a:ext cx="6096000" cy="3429000"/>
          </a:xfrm>
          <a:prstGeom prst="rect">
            <a:avLst/>
          </a:prstGeom>
          <a:ln w="0">
            <a:noFill/>
          </a:ln>
        </p:spPr>
      </p:sp>
      <p:sp>
        <p:nvSpPr>
          <p:cNvPr id="78" name="PlaceHolder 2"/>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
        <p:nvSpPr>
          <p:cNvPr id="79" name="Slide Number Placeholder 3"/>
          <p:cNvSpPr/>
          <p:nvPr/>
        </p:nvSpPr>
        <p:spPr>
          <a:xfrm>
            <a:off x="5865840" y="7165800"/>
            <a:ext cx="4497480" cy="37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8672B379-3188-4533-B884-FE4B3FFD81B4}" type="slidenum">
              <a:rPr lang="en-US" sz="1200" b="0" u="none" strike="noStrike">
                <a:solidFill>
                  <a:srgbClr val="000000"/>
                </a:solidFill>
                <a:effectLst/>
                <a:uFillTx/>
                <a:latin typeface="Calibri"/>
              </a:rPr>
              <a:t>7</a:t>
            </a:fld>
            <a:endParaRPr lang="en-US" sz="1200" b="0" u="none" strike="noStrike">
              <a:solidFill>
                <a:srgbClr val="000000"/>
              </a:solidFill>
              <a:effectLst/>
              <a:uFillTx/>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noRot="1" noChangeAspect="1"/>
          </p:cNvSpPr>
          <p:nvPr>
            <p:ph type="sldImg"/>
          </p:nvPr>
        </p:nvSpPr>
        <p:spPr>
          <a:xfrm>
            <a:off x="381000" y="685800"/>
            <a:ext cx="6096000" cy="3429000"/>
          </a:xfrm>
          <a:prstGeom prst="rect">
            <a:avLst/>
          </a:prstGeom>
          <a:ln w="0">
            <a:noFill/>
          </a:ln>
        </p:spPr>
      </p:sp>
      <p:sp>
        <p:nvSpPr>
          <p:cNvPr id="81" name="PlaceHolder 2"/>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dirty="0">
              <a:solidFill>
                <a:srgbClr val="000000"/>
              </a:solidFill>
              <a:effectLst/>
              <a:uFillTx/>
              <a:latin typeface="Arial"/>
            </a:endParaRPr>
          </a:p>
        </p:txBody>
      </p:sp>
      <p:sp>
        <p:nvSpPr>
          <p:cNvPr id="82" name="Slide Number Placeholder 3"/>
          <p:cNvSpPr/>
          <p:nvPr/>
        </p:nvSpPr>
        <p:spPr>
          <a:xfrm>
            <a:off x="5865840" y="7165800"/>
            <a:ext cx="4497480" cy="37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7D93BF4B-412D-434F-94CD-A7990EB7551A}" type="slidenum">
              <a:rPr lang="en-US" sz="1200" b="0" u="none" strike="noStrike">
                <a:solidFill>
                  <a:srgbClr val="000000"/>
                </a:solidFill>
                <a:effectLst/>
                <a:uFillTx/>
                <a:latin typeface="Calibri"/>
              </a:rPr>
              <a:t>8</a:t>
            </a:fld>
            <a:endParaRPr lang="en-US" sz="1200" b="0" u="none" strike="noStrike">
              <a:solidFill>
                <a:srgbClr val="000000"/>
              </a:solidFill>
              <a:effectLst/>
              <a:uFillTx/>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381000" y="685800"/>
            <a:ext cx="6096000" cy="3429000"/>
          </a:xfrm>
          <a:prstGeom prst="rect">
            <a:avLst/>
          </a:prstGeom>
          <a:ln w="0">
            <a:noFill/>
          </a:ln>
        </p:spPr>
      </p:sp>
      <p:sp>
        <p:nvSpPr>
          <p:cNvPr id="84" name="PlaceHolder 2"/>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
        <p:nvSpPr>
          <p:cNvPr id="85" name="Slide Number Placeholder 3"/>
          <p:cNvSpPr/>
          <p:nvPr/>
        </p:nvSpPr>
        <p:spPr>
          <a:xfrm>
            <a:off x="5865840" y="7165800"/>
            <a:ext cx="4497480" cy="37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877F12AB-246F-41D4-8AC5-C1005B917E2E}" type="slidenum">
              <a:rPr lang="en-US" sz="1200" b="0" u="none" strike="noStrike">
                <a:solidFill>
                  <a:srgbClr val="000000"/>
                </a:solidFill>
                <a:effectLst/>
                <a:uFillTx/>
                <a:latin typeface="Calibri"/>
              </a:rPr>
              <a:t>9</a:t>
            </a:fld>
            <a:endParaRPr lang="en-US" sz="1200" b="0" u="none" strike="noStrike">
              <a:solidFill>
                <a:srgbClr val="000000"/>
              </a:solidFill>
              <a:effectLst/>
              <a:uFillTx/>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noRot="1" noChangeAspect="1"/>
          </p:cNvSpPr>
          <p:nvPr>
            <p:ph type="sldImg"/>
          </p:nvPr>
        </p:nvSpPr>
        <p:spPr>
          <a:xfrm>
            <a:off x="381000" y="685800"/>
            <a:ext cx="6096000" cy="3429000"/>
          </a:xfrm>
          <a:prstGeom prst="rect">
            <a:avLst/>
          </a:prstGeom>
          <a:ln w="0">
            <a:noFill/>
          </a:ln>
        </p:spPr>
      </p:sp>
      <p:sp>
        <p:nvSpPr>
          <p:cNvPr id="87" name="PlaceHolder 2"/>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
        <p:nvSpPr>
          <p:cNvPr id="88" name="Slide Number Placeholder 3"/>
          <p:cNvSpPr/>
          <p:nvPr/>
        </p:nvSpPr>
        <p:spPr>
          <a:xfrm>
            <a:off x="5865840" y="7165800"/>
            <a:ext cx="4497480" cy="37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B5C15922-1225-40C1-8F0D-FAED0ED1D3EA}" type="slidenum">
              <a:rPr lang="en-US" sz="1200" b="0" u="none" strike="noStrike">
                <a:solidFill>
                  <a:srgbClr val="000000"/>
                </a:solidFill>
                <a:effectLst/>
                <a:uFillTx/>
                <a:latin typeface="Calibri"/>
              </a:rPr>
              <a:t>10</a:t>
            </a:fld>
            <a:endParaRPr lang="en-US" sz="1200" b="0" u="none" strike="noStrike">
              <a:solidFill>
                <a:srgbClr val="000000"/>
              </a:solidFill>
              <a:effectLst/>
              <a:uFillTx/>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noRot="1" noChangeAspect="1"/>
          </p:cNvSpPr>
          <p:nvPr>
            <p:ph type="sldImg"/>
          </p:nvPr>
        </p:nvSpPr>
        <p:spPr>
          <a:xfrm>
            <a:off x="381000" y="685800"/>
            <a:ext cx="6096000" cy="3429000"/>
          </a:xfrm>
          <a:prstGeom prst="rect">
            <a:avLst/>
          </a:prstGeom>
          <a:ln w="0">
            <a:noFill/>
          </a:ln>
        </p:spPr>
      </p:sp>
      <p:sp>
        <p:nvSpPr>
          <p:cNvPr id="90" name="PlaceHolder 2"/>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
        <p:nvSpPr>
          <p:cNvPr id="91" name="Slide Number Placeholder 3"/>
          <p:cNvSpPr/>
          <p:nvPr/>
        </p:nvSpPr>
        <p:spPr>
          <a:xfrm>
            <a:off x="5865840" y="7165800"/>
            <a:ext cx="4497480" cy="37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A8358E84-EAF6-4F58-BB06-0F4A3FE87053}" type="slidenum">
              <a:rPr lang="en-US" sz="1200" b="0" u="none" strike="noStrike">
                <a:solidFill>
                  <a:srgbClr val="000000"/>
                </a:solidFill>
                <a:effectLst/>
                <a:uFillTx/>
                <a:latin typeface="Calibri"/>
              </a:rPr>
              <a:t>11</a:t>
            </a:fld>
            <a:endParaRPr lang="en-US" sz="1200" b="0" u="none" strike="noStrike">
              <a:solidFill>
                <a:srgbClr val="000000"/>
              </a:solidFill>
              <a:effectLst/>
              <a:uFillTx/>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EB0BA-B959-EFD0-F930-0570E5E11838}"/>
            </a:ext>
          </a:extLst>
        </p:cNvPr>
        <p:cNvGrpSpPr/>
        <p:nvPr/>
      </p:nvGrpSpPr>
      <p:grpSpPr>
        <a:xfrm>
          <a:off x="0" y="0"/>
          <a:ext cx="0" cy="0"/>
          <a:chOff x="0" y="0"/>
          <a:chExt cx="0" cy="0"/>
        </a:xfrm>
      </p:grpSpPr>
      <p:sp>
        <p:nvSpPr>
          <p:cNvPr id="89" name="PlaceHolder 1">
            <a:extLst>
              <a:ext uri="{FF2B5EF4-FFF2-40B4-BE49-F238E27FC236}">
                <a16:creationId xmlns:a16="http://schemas.microsoft.com/office/drawing/2014/main" id="{52A807DD-2C31-4B75-EEA2-7D7DB4CEB32B}"/>
              </a:ext>
            </a:extLst>
          </p:cNvPr>
          <p:cNvSpPr>
            <a:spLocks noGrp="1" noRot="1" noChangeAspect="1"/>
          </p:cNvSpPr>
          <p:nvPr>
            <p:ph type="sldImg"/>
          </p:nvPr>
        </p:nvSpPr>
        <p:spPr>
          <a:xfrm>
            <a:off x="381000" y="685800"/>
            <a:ext cx="6096000" cy="3429000"/>
          </a:xfrm>
          <a:prstGeom prst="rect">
            <a:avLst/>
          </a:prstGeom>
          <a:ln w="0">
            <a:noFill/>
          </a:ln>
        </p:spPr>
      </p:sp>
      <p:sp>
        <p:nvSpPr>
          <p:cNvPr id="90" name="PlaceHolder 2">
            <a:extLst>
              <a:ext uri="{FF2B5EF4-FFF2-40B4-BE49-F238E27FC236}">
                <a16:creationId xmlns:a16="http://schemas.microsoft.com/office/drawing/2014/main" id="{109CF717-5D7C-10B6-AB3B-C0EC18B2945E}"/>
              </a:ext>
            </a:extLst>
          </p:cNvPr>
          <p:cNvSpPr>
            <a:spLocks noGrp="1"/>
          </p:cNvSpPr>
          <p:nvPr>
            <p:ph type="body"/>
          </p:nvPr>
        </p:nvSpPr>
        <p:spPr>
          <a:xfrm>
            <a:off x="1036440" y="3583080"/>
            <a:ext cx="8289720" cy="3394080"/>
          </a:xfrm>
          <a:prstGeom prst="rect">
            <a:avLst/>
          </a:prstGeom>
          <a:noFill/>
          <a:ln w="0">
            <a:noFill/>
          </a:ln>
        </p:spPr>
        <p:txBody>
          <a:bodyPr lIns="0" tIns="0" rIns="0" bIns="0" anchor="t">
            <a:noAutofit/>
          </a:bodyPr>
          <a:lstStyle/>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
        <p:nvSpPr>
          <p:cNvPr id="91" name="Slide Number Placeholder 3">
            <a:extLst>
              <a:ext uri="{FF2B5EF4-FFF2-40B4-BE49-F238E27FC236}">
                <a16:creationId xmlns:a16="http://schemas.microsoft.com/office/drawing/2014/main" id="{A0114C35-AD21-9BC8-97EB-3D56609CB934}"/>
              </a:ext>
            </a:extLst>
          </p:cNvPr>
          <p:cNvSpPr/>
          <p:nvPr/>
        </p:nvSpPr>
        <p:spPr>
          <a:xfrm>
            <a:off x="5865840" y="7165800"/>
            <a:ext cx="4497480" cy="37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A8358E84-EAF6-4F58-BB06-0F4A3FE87053}" type="slidenum">
              <a:rPr lang="en-US" sz="1200" b="0" u="none" strike="noStrike">
                <a:solidFill>
                  <a:srgbClr val="000000"/>
                </a:solidFill>
                <a:effectLst/>
                <a:uFillTx/>
                <a:latin typeface="Calibri"/>
              </a:rPr>
              <a:t>12</a:t>
            </a:fld>
            <a:endParaRPr lang="en-US" sz="1200" b="0" u="none" strike="noStrike">
              <a:solidFill>
                <a:srgbClr val="000000"/>
              </a:solidFill>
              <a:effectLst/>
              <a:uFillTx/>
              <a:latin typeface="Arial"/>
            </a:endParaRPr>
          </a:p>
        </p:txBody>
      </p:sp>
    </p:spTree>
    <p:extLst>
      <p:ext uri="{BB962C8B-B14F-4D97-AF65-F5344CB8AC3E}">
        <p14:creationId xmlns:p14="http://schemas.microsoft.com/office/powerpoint/2010/main" val="4122558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le13">
    <p:bg>
      <p:bgPr>
        <a:solidFill>
          <a:srgbClr val="FFFFFF"/>
        </a:solidFill>
        <a:effectLst/>
      </p:bgPr>
    </p:bg>
    <p:spTree>
      <p:nvGrpSpPr>
        <p:cNvPr id="1" name=""/>
        <p:cNvGrpSpPr/>
        <p:nvPr/>
      </p:nvGrpSpPr>
      <p:grpSpPr>
        <a:xfrm>
          <a:off x="0" y="0"/>
          <a:ext cx="0" cy="0"/>
          <a:chOff x="0" y="0"/>
          <a:chExt cx="0" cy="0"/>
        </a:xfrm>
      </p:grpSpPr>
      <p:pic>
        <p:nvPicPr>
          <p:cNvPr id="7" name="Picture 2"/>
          <p:cNvPicPr/>
          <p:nvPr/>
        </p:nvPicPr>
        <p:blipFill>
          <a:blip r:embed="rId2"/>
          <a:stretch/>
        </p:blipFill>
        <p:spPr>
          <a:xfrm>
            <a:off x="-533520" y="-504720"/>
            <a:ext cx="3249720" cy="1800000"/>
          </a:xfrm>
          <a:prstGeom prst="rect">
            <a:avLst/>
          </a:prstGeom>
          <a:noFill/>
          <a:ln w="0">
            <a:noFill/>
          </a:ln>
        </p:spPr>
      </p:pic>
      <p:sp>
        <p:nvSpPr>
          <p:cNvPr id="8" name="Slide Number Placeholder 3"/>
          <p:cNvSpPr/>
          <p:nvPr/>
        </p:nvSpPr>
        <p:spPr>
          <a:xfrm>
            <a:off x="10598040" y="6469200"/>
            <a:ext cx="1441440" cy="2365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3DA4FD88-8508-4BF6-BCF7-929792437482}" type="slidenum">
              <a:rPr lang="en-US" sz="1200" b="0" u="none" strike="noStrike">
                <a:solidFill>
                  <a:srgbClr val="898989"/>
                </a:solidFill>
                <a:effectLst/>
                <a:uFillTx/>
                <a:latin typeface="Calibri"/>
              </a:rPr>
              <a:t>‹#›</a:t>
            </a:fld>
            <a:endParaRPr lang="en-US" sz="1200" b="0" u="none" strike="noStrike">
              <a:solidFill>
                <a:srgbClr val="000000"/>
              </a:solidFill>
              <a:effectLst/>
              <a:uFillTx/>
              <a:latin typeface="Arial"/>
            </a:endParaRPr>
          </a:p>
        </p:txBody>
      </p:sp>
      <p:sp>
        <p:nvSpPr>
          <p:cNvPr id="2" name="PlaceHolder 1"/>
          <p:cNvSpPr>
            <a:spLocks noGrp="1"/>
          </p:cNvSpPr>
          <p:nvPr>
            <p:ph type="title"/>
          </p:nvPr>
        </p:nvSpPr>
        <p:spPr>
          <a:xfrm>
            <a:off x="609480" y="272880"/>
            <a:ext cx="10972800" cy="1144800"/>
          </a:xfrm>
          <a:prstGeom prst="rect">
            <a:avLst/>
          </a:prstGeom>
          <a:noFill/>
          <a:ln w="0">
            <a:noFill/>
          </a:ln>
        </p:spPr>
        <p:txBody>
          <a:bodyPr lIns="0" tIns="0" rIns="0" bIns="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1F497D"/>
                </a:solidFill>
                <a:effectLst/>
                <a:uFillTx/>
                <a:latin typeface="Arial"/>
              </a:rPr>
              <a:t>Click to edit the title text format</a:t>
            </a:r>
          </a:p>
        </p:txBody>
      </p:sp>
      <p:sp>
        <p:nvSpPr>
          <p:cNvPr id="3" name="PlaceHolder 2"/>
          <p:cNvSpPr>
            <a:spLocks noGrp="1"/>
          </p:cNvSpPr>
          <p:nvPr>
            <p:ph type="body"/>
          </p:nvPr>
        </p:nvSpPr>
        <p:spPr>
          <a:xfrm>
            <a:off x="609480" y="1604520"/>
            <a:ext cx="10972800" cy="3976920"/>
          </a:xfrm>
          <a:prstGeom prst="rect">
            <a:avLst/>
          </a:prstGeom>
          <a:noFill/>
          <a:ln w="0">
            <a:noFill/>
          </a:ln>
        </p:spPr>
        <p:txBody>
          <a:bodyPr lIns="0" tIns="0" rIns="0" bIns="0" anchor="t">
            <a:normAutofit/>
          </a:bodyPr>
          <a:lstStyle/>
          <a:p>
            <a:pPr marL="431640" indent="-323640">
              <a:spcBef>
                <a:spcPts val="1412"/>
              </a:spcBef>
              <a:buClr>
                <a:srgbClr val="000000"/>
              </a:buClr>
              <a:buSzPct val="4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Click to edit the outline text format</a:t>
            </a:r>
          </a:p>
          <a:p>
            <a:pPr marL="743040" lvl="1" indent="-285840">
              <a:spcBef>
                <a:spcPts val="1412"/>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Second Outline Level</a:t>
            </a:r>
          </a:p>
          <a:p>
            <a:pPr marL="1143000" lvl="2" indent="-228600">
              <a:spcBef>
                <a:spcPts val="1412"/>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Third Outline Level</a:t>
            </a:r>
          </a:p>
          <a:p>
            <a:pPr marL="1600200" lvl="3" indent="-228600">
              <a:spcBef>
                <a:spcPts val="1412"/>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Fourth Outline Level</a:t>
            </a:r>
          </a:p>
          <a:p>
            <a:pPr marL="2057400" lvl="4" indent="-228600">
              <a:spcBef>
                <a:spcPts val="1412"/>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Fifth Outline Level</a:t>
            </a:r>
          </a:p>
          <a:p>
            <a:pPr marL="2057400" lvl="5" indent="-228600">
              <a:spcBef>
                <a:spcPts val="1412"/>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Sixth Outline Level</a:t>
            </a:r>
          </a:p>
          <a:p>
            <a:pPr marL="2057400" lvl="6" indent="-228600">
              <a:spcBef>
                <a:spcPts val="1412"/>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Seventh Outline Level</a:t>
            </a:r>
          </a:p>
        </p:txBody>
      </p:sp>
      <p:sp>
        <p:nvSpPr>
          <p:cNvPr id="4" name="PlaceHolder 3"/>
          <p:cNvSpPr>
            <a:spLocks noGrp="1"/>
          </p:cNvSpPr>
          <p:nvPr>
            <p:ph type="dt" idx="1"/>
          </p:nvPr>
        </p:nvSpPr>
        <p:spPr>
          <a:xfrm>
            <a:off x="304920" y="6356520"/>
            <a:ext cx="1676160" cy="365040"/>
          </a:xfrm>
          <a:prstGeom prst="rect">
            <a:avLst/>
          </a:prstGeom>
          <a:noFill/>
          <a:ln w="0">
            <a:noFill/>
          </a:ln>
        </p:spPr>
        <p:txBody>
          <a:bodyPr lIns="90000" tIns="46800" rIns="90000" bIns="46800" anchor="ctr">
            <a:noAutofit/>
          </a:bodyPr>
          <a:lstStyle>
            <a:lvl1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u="none" strike="noStrike">
                <a:solidFill>
                  <a:srgbClr val="898989"/>
                </a:solidFill>
                <a:effectLst/>
                <a:uFillTx/>
                <a:latin typeface="Times New Roman"/>
              </a:defRPr>
            </a:lvl1p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3E8EDCD-56E2-4118-9F3C-A05DD9C27B76}" type="datetime">
              <a:rPr lang="en-IN" sz="1200" b="0" u="none" strike="noStrike">
                <a:solidFill>
                  <a:srgbClr val="898989"/>
                </a:solidFill>
                <a:effectLst/>
                <a:uFillTx/>
                <a:latin typeface="Times New Roman"/>
              </a:rPr>
              <a:t>25/10/26</a:t>
            </a:fld>
            <a:endParaRPr lang="en-US" sz="1200" b="0" u="none" strike="noStrike">
              <a:solidFill>
                <a:srgbClr val="000000"/>
              </a:solidFill>
              <a:effectLst/>
              <a:uFillTx/>
              <a:latin typeface="Times New Roman"/>
            </a:endParaRPr>
          </a:p>
        </p:txBody>
      </p:sp>
      <p:sp>
        <p:nvSpPr>
          <p:cNvPr id="5" name="PlaceHolder 4"/>
          <p:cNvSpPr>
            <a:spLocks noGrp="1"/>
          </p:cNvSpPr>
          <p:nvPr>
            <p:ph type="ftr" idx="2"/>
          </p:nvPr>
        </p:nvSpPr>
        <p:spPr>
          <a:xfrm>
            <a:off x="2590560" y="6356520"/>
            <a:ext cx="5562360" cy="36504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it-IT" sz="1200" b="0" u="none" strike="noStrike">
                <a:solidFill>
                  <a:srgbClr val="898989"/>
                </a:solidFill>
                <a:effectLst/>
                <a:uFillTx/>
                <a:latin typeface="Times New Roman"/>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200" b="0" u="none" strike="noStrike">
                <a:solidFill>
                  <a:srgbClr val="898989"/>
                </a:solidFill>
                <a:effectLst/>
                <a:uFillTx/>
                <a:latin typeface="Times New Roman"/>
              </a:rPr>
              <a:t>DWDM                                                        T. Sudha Rani Associate Professor</a:t>
            </a:r>
            <a:endParaRPr lang="en-US" sz="1200" b="0" u="none" strike="noStrike">
              <a:solidFill>
                <a:srgbClr val="000000"/>
              </a:solidFill>
              <a:effectLst/>
              <a:uFillTx/>
              <a:latin typeface="Times New Roman"/>
            </a:endParaRPr>
          </a:p>
        </p:txBody>
      </p:sp>
      <p:sp>
        <p:nvSpPr>
          <p:cNvPr id="6" name="PlaceHolder 5"/>
          <p:cNvSpPr>
            <a:spLocks noGrp="1"/>
          </p:cNvSpPr>
          <p:nvPr>
            <p:ph type="sldNum" idx="3"/>
          </p:nvPr>
        </p:nvSpPr>
        <p:spPr>
          <a:xfrm>
            <a:off x="8610480" y="6356520"/>
            <a:ext cx="2743200" cy="365040"/>
          </a:xfrm>
          <a:prstGeom prst="rect">
            <a:avLst/>
          </a:prstGeom>
          <a:noFill/>
          <a:ln w="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u="none" strike="noStrike">
                <a:solidFill>
                  <a:srgbClr val="898989"/>
                </a:solidFill>
                <a:effectLst/>
                <a:uFillTx/>
                <a:latin typeface="Times New Roma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9C1015D-6725-4E03-B46E-5D0F0A99E87F}" type="slidenum">
              <a:rPr lang="en-IN" sz="1200" b="0" u="none" strike="noStrike">
                <a:solidFill>
                  <a:srgbClr val="898989"/>
                </a:solidFill>
                <a:effectLst/>
                <a:uFillTx/>
                <a:latin typeface="Times New Roman"/>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14">
    <p:bg>
      <p:bgPr>
        <a:solidFill>
          <a:srgbClr val="FFFFFF"/>
        </a:solidFill>
        <a:effectLst/>
      </p:bgPr>
    </p:bg>
    <p:spTree>
      <p:nvGrpSpPr>
        <p:cNvPr id="1" name=""/>
        <p:cNvGrpSpPr/>
        <p:nvPr/>
      </p:nvGrpSpPr>
      <p:grpSpPr>
        <a:xfrm>
          <a:off x="0" y="0"/>
          <a:ext cx="0" cy="0"/>
          <a:chOff x="0" y="0"/>
          <a:chExt cx="0" cy="0"/>
        </a:xfrm>
      </p:grpSpPr>
      <p:pic>
        <p:nvPicPr>
          <p:cNvPr id="7" name="Picture 4"/>
          <p:cNvPicPr/>
          <p:nvPr/>
        </p:nvPicPr>
        <p:blipFill>
          <a:blip r:embed="rId2"/>
          <a:stretch/>
        </p:blipFill>
        <p:spPr>
          <a:xfrm>
            <a:off x="2567160" y="592200"/>
            <a:ext cx="7610400" cy="1008000"/>
          </a:xfrm>
          <a:prstGeom prst="rect">
            <a:avLst/>
          </a:prstGeom>
          <a:noFill/>
          <a:ln w="0">
            <a:noFill/>
          </a:ln>
        </p:spPr>
      </p:pic>
      <p:sp>
        <p:nvSpPr>
          <p:cNvPr id="8" name="Slide Number Placeholder 3"/>
          <p:cNvSpPr/>
          <p:nvPr/>
        </p:nvSpPr>
        <p:spPr>
          <a:xfrm>
            <a:off x="10272600" y="6356520"/>
            <a:ext cx="108108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AA85C46A-01EB-4116-896F-8A70F378433E}" type="slidenum">
              <a:rPr lang="en-US" sz="1200" b="0" u="none" strike="noStrike">
                <a:solidFill>
                  <a:srgbClr val="898989"/>
                </a:solidFill>
                <a:effectLst/>
                <a:uFillTx/>
                <a:latin typeface="Calibri"/>
              </a:rPr>
              <a:t>‹#›</a:t>
            </a:fld>
            <a:endParaRPr lang="en-US" sz="1200" b="0" u="none" strike="noStrike">
              <a:solidFill>
                <a:srgbClr val="000000"/>
              </a:solidFill>
              <a:effectLst/>
              <a:uFillTx/>
              <a:latin typeface="Arial"/>
            </a:endParaRPr>
          </a:p>
        </p:txBody>
      </p:sp>
      <p:sp>
        <p:nvSpPr>
          <p:cNvPr id="9" name="PlaceHolder 1"/>
          <p:cNvSpPr>
            <a:spLocks noGrp="1"/>
          </p:cNvSpPr>
          <p:nvPr>
            <p:ph type="title"/>
          </p:nvPr>
        </p:nvSpPr>
        <p:spPr>
          <a:xfrm>
            <a:off x="609480" y="272880"/>
            <a:ext cx="10972800" cy="1144800"/>
          </a:xfrm>
          <a:prstGeom prst="rect">
            <a:avLst/>
          </a:prstGeom>
          <a:noFill/>
          <a:ln w="0">
            <a:noFill/>
          </a:ln>
        </p:spPr>
        <p:txBody>
          <a:bodyPr lIns="0" tIns="0" rIns="0" bIns="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1F497D"/>
                </a:solidFill>
                <a:effectLst/>
                <a:uFillTx/>
                <a:latin typeface="Arial"/>
              </a:rPr>
              <a:t>Click to edit the title text format</a:t>
            </a:r>
          </a:p>
        </p:txBody>
      </p:sp>
      <p:sp>
        <p:nvSpPr>
          <p:cNvPr id="10" name="PlaceHolder 2"/>
          <p:cNvSpPr>
            <a:spLocks noGrp="1"/>
          </p:cNvSpPr>
          <p:nvPr>
            <p:ph type="body"/>
          </p:nvPr>
        </p:nvSpPr>
        <p:spPr>
          <a:xfrm>
            <a:off x="609480" y="1604520"/>
            <a:ext cx="10972800" cy="3976920"/>
          </a:xfrm>
          <a:prstGeom prst="rect">
            <a:avLst/>
          </a:prstGeom>
          <a:noFill/>
          <a:ln w="0">
            <a:noFill/>
          </a:ln>
        </p:spPr>
        <p:txBody>
          <a:bodyPr lIns="0" tIns="0" rIns="0" bIns="0" anchor="t">
            <a:normAutofit/>
          </a:bodyPr>
          <a:lstStyle/>
          <a:p>
            <a:pPr marL="431640" indent="-323640">
              <a:spcBef>
                <a:spcPts val="1412"/>
              </a:spcBef>
              <a:buClr>
                <a:srgbClr val="000000"/>
              </a:buClr>
              <a:buSzPct val="4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Click to edit the outline text format</a:t>
            </a:r>
          </a:p>
          <a:p>
            <a:pPr marL="743040" lvl="1" indent="-285840">
              <a:spcBef>
                <a:spcPts val="1412"/>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Second Outline Level</a:t>
            </a:r>
          </a:p>
          <a:p>
            <a:pPr marL="1143000" lvl="2" indent="-228600">
              <a:spcBef>
                <a:spcPts val="1412"/>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Third Outline Level</a:t>
            </a:r>
          </a:p>
          <a:p>
            <a:pPr marL="1600200" lvl="3" indent="-228600">
              <a:spcBef>
                <a:spcPts val="1412"/>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Fourth Outline Level</a:t>
            </a:r>
          </a:p>
          <a:p>
            <a:pPr marL="2057400" lvl="4" indent="-228600">
              <a:spcBef>
                <a:spcPts val="1412"/>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Fifth Outline Level</a:t>
            </a:r>
          </a:p>
          <a:p>
            <a:pPr marL="2057400" lvl="5" indent="-228600">
              <a:spcBef>
                <a:spcPts val="1412"/>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Sixth Outline Level</a:t>
            </a:r>
          </a:p>
          <a:p>
            <a:pPr marL="2057400" lvl="6" indent="-228600">
              <a:spcBef>
                <a:spcPts val="1412"/>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Seventh Outline Level</a:t>
            </a:r>
          </a:p>
        </p:txBody>
      </p:sp>
      <p:sp>
        <p:nvSpPr>
          <p:cNvPr id="11" name="PlaceHolder 3"/>
          <p:cNvSpPr>
            <a:spLocks noGrp="1"/>
          </p:cNvSpPr>
          <p:nvPr>
            <p:ph type="dt" idx="4"/>
          </p:nvPr>
        </p:nvSpPr>
        <p:spPr>
          <a:xfrm>
            <a:off x="304920" y="6356520"/>
            <a:ext cx="1676160" cy="365040"/>
          </a:xfrm>
          <a:prstGeom prst="rect">
            <a:avLst/>
          </a:prstGeom>
          <a:noFill/>
          <a:ln w="0">
            <a:noFill/>
          </a:ln>
        </p:spPr>
        <p:txBody>
          <a:bodyPr lIns="90000" tIns="46800" rIns="90000" bIns="46800" anchor="ctr">
            <a:noAutofit/>
          </a:bodyPr>
          <a:lstStyle>
            <a:lvl1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u="none" strike="noStrike">
                <a:solidFill>
                  <a:srgbClr val="898989"/>
                </a:solidFill>
                <a:effectLst/>
                <a:uFillTx/>
                <a:latin typeface="Times New Roman"/>
              </a:defRPr>
            </a:lvl1p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23D68C5-FA11-4719-815E-0760BF70FCAE}" type="datetime">
              <a:rPr lang="en-IN" sz="1200" b="0" u="none" strike="noStrike">
                <a:solidFill>
                  <a:srgbClr val="898989"/>
                </a:solidFill>
                <a:effectLst/>
                <a:uFillTx/>
                <a:latin typeface="Times New Roman"/>
              </a:rPr>
              <a:t>25/10/26</a:t>
            </a:fld>
            <a:endParaRPr lang="en-US" sz="1200" b="0" u="none" strike="noStrike">
              <a:solidFill>
                <a:srgbClr val="000000"/>
              </a:solidFill>
              <a:effectLst/>
              <a:uFillTx/>
              <a:latin typeface="Times New Roman"/>
            </a:endParaRPr>
          </a:p>
        </p:txBody>
      </p:sp>
      <p:sp>
        <p:nvSpPr>
          <p:cNvPr id="12" name="PlaceHolder 4"/>
          <p:cNvSpPr>
            <a:spLocks noGrp="1"/>
          </p:cNvSpPr>
          <p:nvPr>
            <p:ph type="ftr" idx="5"/>
          </p:nvPr>
        </p:nvSpPr>
        <p:spPr>
          <a:xfrm>
            <a:off x="2590560" y="6356520"/>
            <a:ext cx="5562360" cy="36504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it-IT" sz="1200" b="0" u="none" strike="noStrike">
                <a:solidFill>
                  <a:srgbClr val="898989"/>
                </a:solidFill>
                <a:effectLst/>
                <a:uFillTx/>
                <a:latin typeface="Times New Roman"/>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200" b="0" u="none" strike="noStrike">
                <a:solidFill>
                  <a:srgbClr val="898989"/>
                </a:solidFill>
                <a:effectLst/>
                <a:uFillTx/>
                <a:latin typeface="Times New Roman"/>
              </a:rPr>
              <a:t>DWDM                                                        T. Sudha Rani Associate Professor</a:t>
            </a:r>
            <a:endParaRPr lang="en-US" sz="1200" b="0" u="none" strike="noStrike">
              <a:solidFill>
                <a:srgbClr val="000000"/>
              </a:solidFill>
              <a:effectLst/>
              <a:uFillTx/>
              <a:latin typeface="Times New Roman"/>
            </a:endParaRPr>
          </a:p>
        </p:txBody>
      </p:sp>
      <p:sp>
        <p:nvSpPr>
          <p:cNvPr id="13" name="PlaceHolder 5"/>
          <p:cNvSpPr>
            <a:spLocks noGrp="1"/>
          </p:cNvSpPr>
          <p:nvPr>
            <p:ph type="sldNum" idx="6"/>
          </p:nvPr>
        </p:nvSpPr>
        <p:spPr>
          <a:xfrm>
            <a:off x="8610480" y="6356520"/>
            <a:ext cx="2743200" cy="365040"/>
          </a:xfrm>
          <a:prstGeom prst="rect">
            <a:avLst/>
          </a:prstGeom>
          <a:noFill/>
          <a:ln w="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u="none" strike="noStrike">
                <a:solidFill>
                  <a:srgbClr val="898989"/>
                </a:solidFill>
                <a:effectLst/>
                <a:uFillTx/>
                <a:latin typeface="Times New Roma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BA3BB29-BAAD-43D9-BF0E-607E81D1A69B}" type="slidenum">
              <a:rPr lang="en-IN" sz="1200" b="0" u="none" strike="noStrike">
                <a:solidFill>
                  <a:srgbClr val="898989"/>
                </a:solidFill>
                <a:effectLst/>
                <a:uFillTx/>
                <a:latin typeface="Times New Roman"/>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itle 1"/>
          <p:cNvSpPr/>
          <p:nvPr/>
        </p:nvSpPr>
        <p:spPr>
          <a:xfrm>
            <a:off x="1995480" y="2284349"/>
            <a:ext cx="7672955" cy="9921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r">
              <a:spcAft>
                <a:spcPts val="40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b="1" dirty="0">
                <a:latin typeface="Times New Roman"/>
              </a:rPr>
              <a:t>NATURAL LANGUAGE PROCESSING PROJECT </a:t>
            </a:r>
          </a:p>
          <a:p>
            <a:pPr algn="ctr">
              <a:spcAft>
                <a:spcPts val="40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b="1" dirty="0">
                <a:latin typeface="Times New Roman"/>
              </a:rPr>
              <a:t>Batch No: 9</a:t>
            </a:r>
          </a:p>
          <a:p>
            <a:pPr>
              <a:lnSpc>
                <a:spcPct val="100000"/>
              </a:lnSpc>
              <a:spcAft>
                <a:spcPts val="40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2400" b="1" dirty="0">
              <a:latin typeface="Times New Roman"/>
            </a:endParaRPr>
          </a:p>
          <a:p>
            <a:pPr algn="ctr">
              <a:lnSpc>
                <a:spcPct val="100000"/>
              </a:lnSpc>
              <a:spcAft>
                <a:spcPts val="40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b="1" dirty="0">
                <a:latin typeface="Times New Roman"/>
              </a:rPr>
              <a:t>SMS Spam Classifier</a:t>
            </a:r>
            <a:endParaRPr lang="en-US" sz="2400" dirty="0">
              <a:solidFill>
                <a:srgbClr val="000000"/>
              </a:solidFill>
            </a:endParaRPr>
          </a:p>
        </p:txBody>
      </p:sp>
      <p:sp>
        <p:nvSpPr>
          <p:cNvPr id="22" name="Subtitle 2"/>
          <p:cNvSpPr/>
          <p:nvPr/>
        </p:nvSpPr>
        <p:spPr>
          <a:xfrm>
            <a:off x="3918858" y="3581492"/>
            <a:ext cx="10984846" cy="2284453"/>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00000"/>
              </a:lnSpc>
              <a:spcAft>
                <a:spcPts val="40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000" b="1" dirty="0">
                <a:latin typeface="Times New Roman"/>
              </a:rPr>
              <a:t>Team Members:</a:t>
            </a:r>
            <a:endParaRPr lang="en-US" sz="2000" dirty="0">
              <a:solidFill>
                <a:srgbClr val="000000"/>
              </a:solidFill>
            </a:endParaRPr>
          </a:p>
          <a:p>
            <a:pPr>
              <a:spcAft>
                <a:spcPts val="400"/>
              </a:spcAft>
            </a:pPr>
            <a:r>
              <a:rPr lang="en-US" sz="2000" b="1" dirty="0">
                <a:latin typeface="Times New Roman"/>
              </a:rPr>
              <a:t>CH.V.SUDHEESH TEJA (24B11CS063)</a:t>
            </a:r>
          </a:p>
          <a:p>
            <a:pPr>
              <a:spcAft>
                <a:spcPts val="400"/>
              </a:spcAft>
            </a:pPr>
            <a:r>
              <a:rPr lang="en-US" sz="2000" b="1" dirty="0">
                <a:latin typeface="Times New Roman"/>
              </a:rPr>
              <a:t>M. NAGA ABHILASH (24B11CS267)</a:t>
            </a:r>
          </a:p>
          <a:p>
            <a:pPr>
              <a:spcAft>
                <a:spcPts val="400"/>
              </a:spcAft>
            </a:pPr>
            <a:r>
              <a:rPr lang="en-US" sz="2000" b="1" dirty="0">
                <a:latin typeface="Times New Roman"/>
              </a:rPr>
              <a:t>M. SYAM PRASAD (25B21CS018)</a:t>
            </a:r>
          </a:p>
          <a:p>
            <a:pPr>
              <a:spcAft>
                <a:spcPts val="400"/>
              </a:spcAft>
            </a:pPr>
            <a:r>
              <a:rPr lang="en-US" sz="2000" b="1" dirty="0">
                <a:latin typeface="Times New Roman"/>
              </a:rPr>
              <a:t>K. SAI RAHUL RAJ (25B21CS043)</a:t>
            </a:r>
          </a:p>
          <a:p>
            <a:r>
              <a:rPr lang="en-US" sz="2000" b="1" dirty="0">
                <a:latin typeface="Calibri"/>
              </a:rPr>
              <a:t>	</a:t>
            </a:r>
            <a:endParaRPr sz="2000" b="1" dirty="0">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Title 1"/>
          <p:cNvSpPr/>
          <p:nvPr/>
        </p:nvSpPr>
        <p:spPr>
          <a:xfrm>
            <a:off x="623880" y="1773360"/>
            <a:ext cx="10696680" cy="1655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ct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24" name="Subtitle 2"/>
          <p:cNvSpPr/>
          <p:nvPr/>
        </p:nvSpPr>
        <p:spPr>
          <a:xfrm>
            <a:off x="792000" y="2895480"/>
            <a:ext cx="10358640" cy="26164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gn="r">
              <a:spcBef>
                <a:spcPts val="799"/>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25" name="PlaceHolder 1"/>
          <p:cNvSpPr>
            <a:spLocks noGrp="1"/>
          </p:cNvSpPr>
          <p:nvPr>
            <p:ph type="title"/>
          </p:nvPr>
        </p:nvSpPr>
        <p:spPr>
          <a:xfrm>
            <a:off x="609480" y="272880"/>
            <a:ext cx="10972800" cy="565200"/>
          </a:xfrm>
          <a:prstGeom prst="rect">
            <a:avLst/>
          </a:prstGeom>
          <a:noFill/>
          <a:ln w="0">
            <a:noFill/>
          </a:ln>
        </p:spPr>
        <p:txBody>
          <a:bodyPr lIns="0" tIns="0" rIns="0" bIns="0" anchor="ctr">
            <a:noAutofit/>
          </a:body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400" b="1" dirty="0">
                <a:latin typeface="Times New Roman"/>
              </a:rPr>
              <a:t>CONTENTS</a:t>
            </a:r>
            <a:endParaRPr lang="en-US" sz="4800" b="1" u="none" strike="noStrike" dirty="0">
              <a:solidFill>
                <a:srgbClr val="1F497D"/>
              </a:solidFill>
              <a:effectLst/>
              <a:uFillTx/>
              <a:latin typeface="Arial"/>
            </a:endParaRPr>
          </a:p>
        </p:txBody>
      </p:sp>
      <p:sp>
        <p:nvSpPr>
          <p:cNvPr id="26" name="PlaceHolder 2"/>
          <p:cNvSpPr>
            <a:spLocks noGrp="1"/>
          </p:cNvSpPr>
          <p:nvPr>
            <p:ph/>
          </p:nvPr>
        </p:nvSpPr>
        <p:spPr>
          <a:xfrm>
            <a:off x="631800" y="990360"/>
            <a:ext cx="10972800" cy="5257800"/>
          </a:xfrm>
          <a:prstGeom prst="rect">
            <a:avLst/>
          </a:prstGeom>
          <a:noFill/>
          <a:ln w="0">
            <a:noFill/>
          </a:ln>
        </p:spPr>
        <p:txBody>
          <a:bodyPr lIns="0" tIns="0" rIns="0" bIns="0" anchor="t">
            <a:normAutofit/>
          </a:bodyPr>
          <a:lstStyle/>
          <a:p>
            <a:pPr marL="108000">
              <a:lnSpc>
                <a:spcPct val="80000"/>
              </a:lnSpc>
              <a:spcBef>
                <a:spcPts val="1412"/>
              </a:spcBef>
              <a:buClr>
                <a:srgbClr val="000000"/>
              </a:buClr>
              <a:buSzPct val="45000"/>
              <a:tabLst>
                <a:tab pos="914400" algn="l"/>
                <a:tab pos="1828800" algn="l"/>
                <a:tab pos="2743200" algn="l"/>
                <a:tab pos="3657600" algn="l"/>
                <a:tab pos="4572000" algn="l"/>
                <a:tab pos="5486400" algn="l"/>
                <a:tab pos="6400800" algn="l"/>
                <a:tab pos="7315200" algn="l"/>
                <a:tab pos="8229600" algn="l"/>
                <a:tab pos="9144000" algn="l"/>
                <a:tab pos="10058400" algn="l"/>
              </a:tabLst>
            </a:pPr>
            <a:r>
              <a:rPr sz="2400" b="0" dirty="0">
                <a:latin typeface="Times New Roman" panose="02020603050405020304" pitchFamily="18" charset="0"/>
                <a:cs typeface="Times New Roman" panose="02020603050405020304" pitchFamily="18" charset="0"/>
              </a:rPr>
              <a:t>Introduction</a:t>
            </a:r>
            <a:r>
              <a:rPr lang="en-US" sz="2400" b="0" dirty="0">
                <a:latin typeface="Times New Roman" panose="02020603050405020304" pitchFamily="18" charset="0"/>
                <a:cs typeface="Times New Roman" panose="02020603050405020304" pitchFamily="18" charset="0"/>
              </a:rPr>
              <a:t> :</a:t>
            </a:r>
            <a:endParaRPr lang="en-US" sz="2400" b="0" u="none" strike="noStrike" dirty="0">
              <a:solidFill>
                <a:srgbClr val="000000"/>
              </a:solidFill>
              <a:effectLst/>
              <a:uFillTx/>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sz="2400" b="0" dirty="0">
                <a:latin typeface="Times New Roman" panose="02020603050405020304" pitchFamily="18" charset="0"/>
                <a:cs typeface="Times New Roman" panose="02020603050405020304" pitchFamily="18" charset="0"/>
              </a:rPr>
              <a:t>Problem Definition</a:t>
            </a:r>
          </a:p>
          <a:p>
            <a:pPr marL="342900" indent="-342900">
              <a:buFont typeface="Arial" panose="020B0604020202020204" pitchFamily="34" charset="0"/>
              <a:buChar char="•"/>
            </a:pPr>
            <a:r>
              <a:rPr sz="2400" b="0" dirty="0">
                <a:latin typeface="Times New Roman" panose="02020603050405020304" pitchFamily="18" charset="0"/>
                <a:cs typeface="Times New Roman" panose="02020603050405020304" pitchFamily="18" charset="0"/>
              </a:rPr>
              <a:t>Proposed Solution</a:t>
            </a:r>
          </a:p>
          <a:p>
            <a:pPr marL="342900" indent="-342900">
              <a:buFont typeface="Arial" panose="020B0604020202020204" pitchFamily="34" charset="0"/>
              <a:buChar char="•"/>
            </a:pPr>
            <a:r>
              <a:rPr sz="2400" b="0" dirty="0">
                <a:latin typeface="Times New Roman" panose="02020603050405020304" pitchFamily="18" charset="0"/>
                <a:cs typeface="Times New Roman" panose="02020603050405020304" pitchFamily="18" charset="0"/>
              </a:rPr>
              <a:t>Data Used</a:t>
            </a:r>
          </a:p>
          <a:p>
            <a:pPr marL="342900" indent="-342900">
              <a:buFont typeface="Arial" panose="020B0604020202020204" pitchFamily="34" charset="0"/>
              <a:buChar char="•"/>
            </a:pPr>
            <a:r>
              <a:rPr sz="2400" b="0" dirty="0">
                <a:latin typeface="Times New Roman" panose="02020603050405020304" pitchFamily="18" charset="0"/>
                <a:cs typeface="Times New Roman" panose="02020603050405020304" pitchFamily="18" charset="0"/>
              </a:rPr>
              <a:t>Modules</a:t>
            </a:r>
            <a:r>
              <a:rPr lang="en-US" sz="2400" b="0" dirty="0">
                <a:latin typeface="Times New Roman" panose="02020603050405020304" pitchFamily="18" charset="0"/>
                <a:cs typeface="Times New Roman" panose="02020603050405020304" pitchFamily="18" charset="0"/>
              </a:rPr>
              <a:t>:</a:t>
            </a:r>
            <a:endParaRPr sz="2400" b="0" dirty="0">
              <a:latin typeface="Times New Roman" panose="02020603050405020304" pitchFamily="18" charset="0"/>
              <a:cs typeface="Times New Roman" panose="02020603050405020304" pitchFamily="18" charset="0"/>
            </a:endParaRPr>
          </a:p>
          <a:p>
            <a:r>
              <a:rPr sz="2400" b="0" dirty="0">
                <a:latin typeface="Times New Roman" panose="02020603050405020304" pitchFamily="18" charset="0"/>
                <a:cs typeface="Times New Roman" panose="02020603050405020304" pitchFamily="18" charset="0"/>
              </a:rPr>
              <a:t>     </a:t>
            </a:r>
            <a:r>
              <a:rPr lang="en-US" sz="2400" b="0" dirty="0">
                <a:latin typeface="Times New Roman" panose="02020603050405020304" pitchFamily="18" charset="0"/>
                <a:cs typeface="Times New Roman" panose="02020603050405020304" pitchFamily="18" charset="0"/>
              </a:rPr>
              <a:t>              </a:t>
            </a:r>
            <a:r>
              <a:rPr sz="2400" b="0" dirty="0">
                <a:latin typeface="Times New Roman" panose="02020603050405020304" pitchFamily="18" charset="0"/>
                <a:cs typeface="Times New Roman" panose="02020603050405020304" pitchFamily="18" charset="0"/>
              </a:rPr>
              <a:t>Text Preprocessing / NLTK Concepts</a:t>
            </a:r>
          </a:p>
          <a:p>
            <a:r>
              <a:rPr sz="2400" b="0" dirty="0">
                <a:latin typeface="Times New Roman" panose="02020603050405020304" pitchFamily="18" charset="0"/>
                <a:cs typeface="Times New Roman" panose="02020603050405020304" pitchFamily="18" charset="0"/>
              </a:rPr>
              <a:t>     </a:t>
            </a:r>
            <a:r>
              <a:rPr lang="en-US" sz="2400" b="0" dirty="0">
                <a:latin typeface="Times New Roman" panose="02020603050405020304" pitchFamily="18" charset="0"/>
                <a:cs typeface="Times New Roman" panose="02020603050405020304" pitchFamily="18" charset="0"/>
              </a:rPr>
              <a:t>              </a:t>
            </a:r>
            <a:r>
              <a:rPr sz="2400" b="0" dirty="0">
                <a:latin typeface="Times New Roman" panose="02020603050405020304" pitchFamily="18" charset="0"/>
                <a:cs typeface="Times New Roman" panose="02020603050405020304" pitchFamily="18" charset="0"/>
              </a:rPr>
              <a:t>Feature Extraction – TF-IDF</a:t>
            </a:r>
          </a:p>
          <a:p>
            <a:r>
              <a:rPr lang="en-US" sz="2400" b="0" dirty="0">
                <a:latin typeface="Times New Roman" panose="02020603050405020304" pitchFamily="18" charset="0"/>
                <a:cs typeface="Times New Roman" panose="02020603050405020304" pitchFamily="18" charset="0"/>
              </a:rPr>
              <a:t>    </a:t>
            </a:r>
            <a:r>
              <a:rPr sz="2400" b="0" dirty="0">
                <a:latin typeface="Times New Roman" panose="02020603050405020304" pitchFamily="18" charset="0"/>
                <a:cs typeface="Times New Roman" panose="02020603050405020304" pitchFamily="18" charset="0"/>
              </a:rPr>
              <a:t>   </a:t>
            </a:r>
            <a:r>
              <a:rPr lang="en-US" sz="2400" b="0" dirty="0">
                <a:latin typeface="Times New Roman" panose="02020603050405020304" pitchFamily="18" charset="0"/>
                <a:cs typeface="Times New Roman" panose="02020603050405020304" pitchFamily="18" charset="0"/>
              </a:rPr>
              <a:t>            </a:t>
            </a:r>
            <a:r>
              <a:rPr sz="2400" b="0" dirty="0">
                <a:latin typeface="Times New Roman" panose="02020603050405020304" pitchFamily="18" charset="0"/>
                <a:cs typeface="Times New Roman" panose="02020603050405020304" pitchFamily="18" charset="0"/>
              </a:rPr>
              <a:t>Python Implementation</a:t>
            </a:r>
          </a:p>
          <a:p>
            <a:pPr marL="342900" indent="-342900">
              <a:buFont typeface="Arial" panose="020B0604020202020204" pitchFamily="34" charset="0"/>
              <a:buChar char="•"/>
            </a:pPr>
            <a:r>
              <a:rPr sz="2400" b="0" dirty="0">
                <a:latin typeface="Times New Roman" panose="02020603050405020304" pitchFamily="18" charset="0"/>
                <a:cs typeface="Times New Roman" panose="02020603050405020304" pitchFamily="18" charset="0"/>
              </a:rPr>
              <a:t>NLP / ML Algorithm</a:t>
            </a:r>
          </a:p>
          <a:p>
            <a:pPr marL="342900" indent="-342900">
              <a:buFont typeface="Arial" panose="020B0604020202020204" pitchFamily="34" charset="0"/>
              <a:buChar char="•"/>
            </a:pPr>
            <a:r>
              <a:rPr sz="2400" b="0" dirty="0">
                <a:latin typeface="Times New Roman" panose="02020603050405020304" pitchFamily="18" charset="0"/>
                <a:cs typeface="Times New Roman" panose="02020603050405020304" pitchFamily="18" charset="0"/>
              </a:rPr>
              <a:t>Output / Result</a:t>
            </a:r>
          </a:p>
          <a:p>
            <a:pPr marL="342900" indent="-342900">
              <a:buFont typeface="Arial" panose="020B0604020202020204" pitchFamily="34" charset="0"/>
              <a:buChar char="•"/>
            </a:pPr>
            <a:r>
              <a:rPr sz="2400" b="0" dirty="0">
                <a:latin typeface="Times New Roman" panose="02020603050405020304" pitchFamily="18" charset="0"/>
                <a:cs typeface="Times New Roman" panose="02020603050405020304" pitchFamily="18" charset="0"/>
              </a:rPr>
              <a:t>Conclusion and Future Scope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itle 1"/>
          <p:cNvSpPr/>
          <p:nvPr/>
        </p:nvSpPr>
        <p:spPr>
          <a:xfrm>
            <a:off x="623880" y="1773360"/>
            <a:ext cx="10696680" cy="1655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ct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28" name="Subtitle 2"/>
          <p:cNvSpPr/>
          <p:nvPr/>
        </p:nvSpPr>
        <p:spPr>
          <a:xfrm>
            <a:off x="792000" y="2895480"/>
            <a:ext cx="10358640" cy="26164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gn="r">
              <a:spcBef>
                <a:spcPts val="799"/>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29" name="PlaceHolder 1"/>
          <p:cNvSpPr>
            <a:spLocks noGrp="1"/>
          </p:cNvSpPr>
          <p:nvPr>
            <p:ph type="title"/>
          </p:nvPr>
        </p:nvSpPr>
        <p:spPr>
          <a:xfrm>
            <a:off x="609480" y="272880"/>
            <a:ext cx="10972800" cy="1144800"/>
          </a:xfrm>
          <a:prstGeom prst="rect">
            <a:avLst/>
          </a:prstGeom>
          <a:noFill/>
          <a:ln w="0">
            <a:noFill/>
          </a:ln>
        </p:spPr>
        <p:txBody>
          <a:bodyPr lIns="0" tIns="0" rIns="0" bIns="0" anchor="ctr">
            <a:noAutofit/>
          </a:body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400" b="0" dirty="0">
                <a:latin typeface="Times New Roman"/>
              </a:rPr>
              <a:t>Introduction</a:t>
            </a:r>
            <a:endParaRPr lang="en-US" sz="4800" b="0" u="none" strike="noStrike" dirty="0">
              <a:solidFill>
                <a:srgbClr val="1F497D"/>
              </a:solidFill>
              <a:effectLst/>
              <a:uFillTx/>
              <a:latin typeface="Arial"/>
            </a:endParaRPr>
          </a:p>
        </p:txBody>
      </p:sp>
      <p:sp>
        <p:nvSpPr>
          <p:cNvPr id="30" name="PlaceHolder 2"/>
          <p:cNvSpPr>
            <a:spLocks noGrp="1"/>
          </p:cNvSpPr>
          <p:nvPr>
            <p:ph/>
          </p:nvPr>
        </p:nvSpPr>
        <p:spPr>
          <a:xfrm>
            <a:off x="631800" y="1258920"/>
            <a:ext cx="10972800" cy="4989600"/>
          </a:xfrm>
          <a:prstGeom prst="rect">
            <a:avLst/>
          </a:prstGeom>
          <a:noFill/>
          <a:ln w="0">
            <a:noFill/>
          </a:ln>
        </p:spPr>
        <p:txBody>
          <a:bodyPr lIns="0" tIns="0" rIns="0" bIns="0" anchor="t">
            <a:normAutofit/>
          </a:bodyPr>
          <a:lstStyle/>
          <a:p>
            <a:pPr marL="342900" indent="-342900">
              <a:buFont typeface="Arial" panose="020B0604020202020204" pitchFamily="34" charset="0"/>
              <a:buChar char="•"/>
            </a:pPr>
            <a:r>
              <a:rPr lang="en-US" sz="2400" dirty="0"/>
              <a:t>In today’s digital world, SMS is widely used for personal communication, banking alerts, promotional offers, and service notifications. However, the increasing number of spam messages, including fraudulent offers and suspicious links, can waste users’ time and cause financial or privacy risks. Manually identifying these messages is difficult because spam messages can look similar to genuine messages.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SMS Spam Classifier uses Natural Language Processing (NLP) and Machine Learning techniques to automatically classify SMS messages as Spam or Ham (legitimate messages). It processes message text, extracts useful features, and predicts the category using a trained model. This system aims to reduce manual effort, improve spam detection, and help users identify unwanted messages more efficiently.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A426B4B-BFEC-43D4-4946-7C7875B2DE28}"/>
            </a:ext>
          </a:extLst>
        </p:cNvPr>
        <p:cNvGrpSpPr/>
        <p:nvPr/>
      </p:nvGrpSpPr>
      <p:grpSpPr>
        <a:xfrm>
          <a:off x="0" y="0"/>
          <a:ext cx="0" cy="0"/>
          <a:chOff x="0" y="0"/>
          <a:chExt cx="0" cy="0"/>
        </a:xfrm>
      </p:grpSpPr>
      <p:sp>
        <p:nvSpPr>
          <p:cNvPr id="27" name="Title 1">
            <a:extLst>
              <a:ext uri="{FF2B5EF4-FFF2-40B4-BE49-F238E27FC236}">
                <a16:creationId xmlns:a16="http://schemas.microsoft.com/office/drawing/2014/main" id="{DB1A4116-B7B8-46FB-8D6C-CEA0C7E7002B}"/>
              </a:ext>
            </a:extLst>
          </p:cNvPr>
          <p:cNvSpPr/>
          <p:nvPr/>
        </p:nvSpPr>
        <p:spPr>
          <a:xfrm>
            <a:off x="623880" y="1773360"/>
            <a:ext cx="10696680" cy="1655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ct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28" name="Subtitle 2">
            <a:extLst>
              <a:ext uri="{FF2B5EF4-FFF2-40B4-BE49-F238E27FC236}">
                <a16:creationId xmlns:a16="http://schemas.microsoft.com/office/drawing/2014/main" id="{F70731ED-E6ED-C89C-030E-0010B39E656D}"/>
              </a:ext>
            </a:extLst>
          </p:cNvPr>
          <p:cNvSpPr/>
          <p:nvPr/>
        </p:nvSpPr>
        <p:spPr>
          <a:xfrm>
            <a:off x="792000" y="2895480"/>
            <a:ext cx="10358640" cy="26164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gn="r">
              <a:spcBef>
                <a:spcPts val="799"/>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29" name="PlaceHolder 1">
            <a:extLst>
              <a:ext uri="{FF2B5EF4-FFF2-40B4-BE49-F238E27FC236}">
                <a16:creationId xmlns:a16="http://schemas.microsoft.com/office/drawing/2014/main" id="{9BB7F5CE-8E2B-E42D-45BE-39DF7FE7E81A}"/>
              </a:ext>
            </a:extLst>
          </p:cNvPr>
          <p:cNvSpPr>
            <a:spLocks noGrp="1"/>
          </p:cNvSpPr>
          <p:nvPr>
            <p:ph type="title"/>
          </p:nvPr>
        </p:nvSpPr>
        <p:spPr>
          <a:xfrm>
            <a:off x="609480" y="272880"/>
            <a:ext cx="10972800" cy="1144800"/>
          </a:xfrm>
          <a:prstGeom prst="rect">
            <a:avLst/>
          </a:prstGeom>
          <a:noFill/>
          <a:ln w="0">
            <a:noFill/>
          </a:ln>
        </p:spPr>
        <p:txBody>
          <a:bodyPr lIns="0" tIns="0" rIns="0" bIns="0" anchor="ctr">
            <a:noAutofit/>
          </a:body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dirty="0"/>
              <a:t>Abstract</a:t>
            </a:r>
          </a:p>
        </p:txBody>
      </p:sp>
      <p:sp>
        <p:nvSpPr>
          <p:cNvPr id="30" name="PlaceHolder 2">
            <a:extLst>
              <a:ext uri="{FF2B5EF4-FFF2-40B4-BE49-F238E27FC236}">
                <a16:creationId xmlns:a16="http://schemas.microsoft.com/office/drawing/2014/main" id="{7699F503-40D6-4DBD-CF00-1E9DC2A78D14}"/>
              </a:ext>
            </a:extLst>
          </p:cNvPr>
          <p:cNvSpPr>
            <a:spLocks noGrp="1"/>
          </p:cNvSpPr>
          <p:nvPr>
            <p:ph/>
          </p:nvPr>
        </p:nvSpPr>
        <p:spPr>
          <a:xfrm>
            <a:off x="631800" y="1258920"/>
            <a:ext cx="10972800" cy="4989600"/>
          </a:xfrm>
          <a:prstGeom prst="rect">
            <a:avLst/>
          </a:prstGeom>
          <a:noFill/>
          <a:ln w="0">
            <a:noFill/>
          </a:ln>
        </p:spPr>
        <p:txBody>
          <a:bodyPr lIns="0" tIns="0" rIns="0" bIns="0" anchor="t">
            <a:normAutofit/>
          </a:bodyPr>
          <a:lstStyle/>
          <a:p>
            <a:pPr marL="342900" indent="-342900">
              <a:buFont typeface="Arial" panose="020B0604020202020204" pitchFamily="34" charset="0"/>
              <a:buChar char="•"/>
            </a:pPr>
            <a:r>
              <a:rPr lang="en-US" sz="2000" dirty="0"/>
              <a:t>The </a:t>
            </a:r>
            <a:r>
              <a:rPr lang="en-US" sz="2000" b="1" dirty="0"/>
              <a:t>SMS Spam Classifier</a:t>
            </a:r>
            <a:r>
              <a:rPr lang="en-US" sz="2000" dirty="0"/>
              <a:t> is a machine learning-based project designed to identify and classify SMS messages as Spam or Ham (legitimate messages). With the increasing use of mobile communication, the number of unwanted messages, including promotional advertisements, fraudulent offers, and suspicious messages, has also increased. Manually identifying these messages is time-consuming and difficult. To overcome this problem, the proposed system uses </a:t>
            </a:r>
            <a:r>
              <a:rPr lang="en-US" sz="2000" b="1" dirty="0"/>
              <a:t>Natural Language Processing (NLP) and Machine Learning techniques</a:t>
            </a:r>
            <a:r>
              <a:rPr lang="en-US" sz="2000" dirty="0"/>
              <a:t> to automate SMS classification. </a:t>
            </a:r>
          </a:p>
          <a:p>
            <a:pPr marL="342900" indent="-342900">
              <a:buFont typeface="Arial" panose="020B0604020202020204" pitchFamily="34" charset="0"/>
              <a:buChar char="•"/>
            </a:pPr>
            <a:r>
              <a:rPr lang="en-US" sz="2000" dirty="0"/>
              <a:t>The system takes an SMS message as input and performs text preprocessing to clean and prepare the message for further analysis. The processed text is then converted into a suitable numerical representation through feature extraction so that a machine learning model can analyze its characteristics. Based on the patterns learned during training, the model predicts whether the given message is Spam or Ham. The main objective of this project is to reduce the effort required for manual message identification and improve the detection of unwanted SMS messages. This system demonstrates the practical application of NLP and machine learning in text classification and can help users identify potentially unwanted messages more efficiently.</a:t>
            </a:r>
          </a:p>
        </p:txBody>
      </p:sp>
    </p:spTree>
    <p:extLst>
      <p:ext uri="{BB962C8B-B14F-4D97-AF65-F5344CB8AC3E}">
        <p14:creationId xmlns:p14="http://schemas.microsoft.com/office/powerpoint/2010/main" val="3593964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Title 1"/>
          <p:cNvSpPr/>
          <p:nvPr/>
        </p:nvSpPr>
        <p:spPr>
          <a:xfrm>
            <a:off x="623880" y="1773360"/>
            <a:ext cx="10696680" cy="1655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ct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32" name="Subtitle 2"/>
          <p:cNvSpPr/>
          <p:nvPr/>
        </p:nvSpPr>
        <p:spPr>
          <a:xfrm>
            <a:off x="792000" y="2895480"/>
            <a:ext cx="10358640" cy="26164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gn="r">
              <a:spcBef>
                <a:spcPts val="799"/>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33" name="PlaceHolder 1"/>
          <p:cNvSpPr>
            <a:spLocks noGrp="1"/>
          </p:cNvSpPr>
          <p:nvPr>
            <p:ph type="title"/>
          </p:nvPr>
        </p:nvSpPr>
        <p:spPr>
          <a:xfrm>
            <a:off x="609480" y="272880"/>
            <a:ext cx="10972800" cy="1144800"/>
          </a:xfrm>
          <a:prstGeom prst="rect">
            <a:avLst/>
          </a:prstGeom>
          <a:noFill/>
          <a:ln w="0">
            <a:noFill/>
          </a:ln>
        </p:spPr>
        <p:txBody>
          <a:bodyPr lIns="0" tIns="0" rIns="0" bIns="0" anchor="ctr">
            <a:noAutofit/>
          </a:body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400" b="0" dirty="0">
                <a:latin typeface="Times New Roman"/>
              </a:rPr>
              <a:t>Problem Definition</a:t>
            </a:r>
            <a:endParaRPr lang="en-US" sz="4800" b="0" u="none" strike="noStrike" dirty="0">
              <a:solidFill>
                <a:srgbClr val="1F497D"/>
              </a:solidFill>
              <a:effectLst/>
              <a:uFillTx/>
              <a:latin typeface="Arial"/>
            </a:endParaRPr>
          </a:p>
        </p:txBody>
      </p:sp>
      <p:sp>
        <p:nvSpPr>
          <p:cNvPr id="34" name="PlaceHolder 2"/>
          <p:cNvSpPr>
            <a:spLocks noGrp="1"/>
          </p:cNvSpPr>
          <p:nvPr>
            <p:ph/>
          </p:nvPr>
        </p:nvSpPr>
        <p:spPr>
          <a:xfrm>
            <a:off x="623880" y="1140031"/>
            <a:ext cx="10972800" cy="5558489"/>
          </a:xfrm>
          <a:prstGeom prst="rect">
            <a:avLst/>
          </a:prstGeom>
          <a:noFill/>
          <a:ln w="0">
            <a:noFill/>
          </a:ln>
        </p:spPr>
        <p:txBody>
          <a:bodyPr lIns="0" tIns="0" rIns="0" bIns="0" anchor="t">
            <a:normAutofit/>
          </a:bodyPr>
          <a:lstStyle/>
          <a:p>
            <a:pPr marL="108000">
              <a:buClr>
                <a:srgbClr val="000000"/>
              </a:buClr>
              <a:buSzPct val="45000"/>
            </a:pPr>
            <a:endParaRPr lang="en-US" sz="2000" dirty="0"/>
          </a:p>
          <a:p>
            <a:pPr marL="342900" indent="-342900">
              <a:buFont typeface="Arial" panose="020B0604020202020204" pitchFamily="34" charset="0"/>
              <a:buChar char="•"/>
            </a:pPr>
            <a:r>
              <a:rPr lang="en-US" sz="2000" dirty="0"/>
              <a:t>In the present digital world, SMS is widely used for communication, sharing information, and receiving notifications from banks, businesses, and other services. However, the increasing use of SMS has resulted in a significant rise in unwanted messages, such as spam advertisements, fake offers, fraudulent notifications, and suspicious links. These messages can disturb users, waste their time, and potentially cause financial loss or privacy-related problems. Identifying spam messages manually is difficult and time-consuming, especially when users receive a large number of messages every day. </a:t>
            </a:r>
          </a:p>
          <a:p>
            <a:pPr marL="342900" indent="-342900">
              <a:buFont typeface="Arial" panose="020B0604020202020204" pitchFamily="34" charset="0"/>
              <a:buChar char="•"/>
            </a:pPr>
            <a:r>
              <a:rPr lang="en-US" sz="2000" dirty="0"/>
              <a:t>Moreover, some spam messages are written in a way that makes them appear similar to genuine messages, making it difficult to distinguish between legitimate and unwanted communication. Therefore, there is a need for an automated system that can analyze message content and accurately classify SMS messages into Spam and Ham categories. The </a:t>
            </a:r>
            <a:r>
              <a:rPr lang="en-US" sz="2000" b="1" dirty="0"/>
              <a:t>SMS Spam Classifier</a:t>
            </a:r>
            <a:r>
              <a:rPr lang="en-US" sz="2000" dirty="0"/>
              <a:t> addresses this problem by applying Natural Language Processing (NLP) and Machine Learning techniques to process message text, identify relevant patterns, and predict the category of each message. The main problem is to develop a reliable and efficient classification system that reduces manual effort and helps users identify unwanted SMS messages more easily.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Title 1"/>
          <p:cNvSpPr/>
          <p:nvPr/>
        </p:nvSpPr>
        <p:spPr>
          <a:xfrm>
            <a:off x="623880" y="1773360"/>
            <a:ext cx="10696680" cy="1655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ct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36" name="Subtitle 2"/>
          <p:cNvSpPr/>
          <p:nvPr/>
        </p:nvSpPr>
        <p:spPr>
          <a:xfrm>
            <a:off x="792000" y="2895480"/>
            <a:ext cx="10358640" cy="26164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gn="r">
              <a:spcBef>
                <a:spcPts val="799"/>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37" name="PlaceHolder 1"/>
          <p:cNvSpPr>
            <a:spLocks noGrp="1"/>
          </p:cNvSpPr>
          <p:nvPr>
            <p:ph type="title"/>
          </p:nvPr>
        </p:nvSpPr>
        <p:spPr>
          <a:xfrm>
            <a:off x="609480" y="272880"/>
            <a:ext cx="10972800" cy="1144800"/>
          </a:xfrm>
          <a:prstGeom prst="rect">
            <a:avLst/>
          </a:prstGeom>
          <a:noFill/>
          <a:ln w="0">
            <a:noFill/>
          </a:ln>
        </p:spPr>
        <p:txBody>
          <a:bodyPr lIns="0" tIns="0" rIns="0" bIns="0" anchor="ctr">
            <a:noAutofit/>
          </a:body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400" b="0">
                <a:latin typeface="Times New Roman"/>
              </a:rPr>
              <a:t>Proposed Solution</a:t>
            </a:r>
            <a:endParaRPr lang="en-US" sz="4800" b="0" u="none" strike="noStrike">
              <a:solidFill>
                <a:srgbClr val="1F497D"/>
              </a:solidFill>
              <a:effectLst/>
              <a:uFillTx/>
              <a:latin typeface="Arial"/>
            </a:endParaRPr>
          </a:p>
        </p:txBody>
      </p:sp>
      <p:sp>
        <p:nvSpPr>
          <p:cNvPr id="38" name="PlaceHolder 2"/>
          <p:cNvSpPr>
            <a:spLocks noGrp="1"/>
          </p:cNvSpPr>
          <p:nvPr>
            <p:ph/>
          </p:nvPr>
        </p:nvSpPr>
        <p:spPr>
          <a:xfrm>
            <a:off x="631800" y="1140031"/>
            <a:ext cx="10972800" cy="5108489"/>
          </a:xfrm>
          <a:prstGeom prst="rect">
            <a:avLst/>
          </a:prstGeom>
          <a:noFill/>
          <a:ln w="0">
            <a:noFill/>
          </a:ln>
        </p:spPr>
        <p:txBody>
          <a:bodyPr lIns="0" tIns="0" rIns="0" bIns="0" anchor="t">
            <a:normAutofit/>
          </a:bodyPr>
          <a:lstStyle/>
          <a:p>
            <a:pPr marL="457200" indent="-4572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proposed solution is to develop an automated </a:t>
            </a:r>
            <a:r>
              <a:rPr lang="en-US" sz="2000" b="1" dirty="0"/>
              <a:t>SMS Spam Classifier</a:t>
            </a:r>
            <a:r>
              <a:rPr lang="en-US" sz="2000" dirty="0"/>
              <a:t> using Natural Language Processing (NLP) and Machine Learning techniques to distinguish spam messages from genuine messages. The system takes an SMS message as input and analyzes its text to predict whether it belongs to the Spam or Ham category. Initially, the collected SMS dataset is used to train the machine learning model. Before classification, the message text undergoes preprocessing techniques such as converting text into lowercase, removing unnecessary punctuation and symbols, tokenizing the text into individual words, and removing common stop words where appropriate. After preprocessing, the text is converted into numerical features using a suitable feature extraction technique so that the machine learning algorithm can understand and analyze the message content. </a:t>
            </a:r>
          </a:p>
          <a:p>
            <a:pPr marL="342900" indent="-342900">
              <a:buFont typeface="Arial" panose="020B0604020202020204" pitchFamily="34" charset="0"/>
              <a:buChar char="•"/>
            </a:pPr>
            <a:r>
              <a:rPr lang="en-US" sz="2000" dirty="0"/>
              <a:t>The trained model learns patterns and characteristics from previously labelled messages and uses this knowledge to classify new SMS messages. Finally, the system displays the predicted result as either Spam or Ham. This approach reduces the need for manual message checking, saves time, and helps users identify unwanted or potentially suspicious messages more efficiently. The proposed system provides a simple and practical demonstration of how NLP and Machine Learning can be used to solve a real-world text classification problem.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Title 1"/>
          <p:cNvSpPr/>
          <p:nvPr/>
        </p:nvSpPr>
        <p:spPr>
          <a:xfrm>
            <a:off x="623880" y="1773360"/>
            <a:ext cx="10696680" cy="1655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ct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40" name="Subtitle 2"/>
          <p:cNvSpPr/>
          <p:nvPr/>
        </p:nvSpPr>
        <p:spPr>
          <a:xfrm>
            <a:off x="792000" y="2895480"/>
            <a:ext cx="10358640" cy="26164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gn="r">
              <a:spcBef>
                <a:spcPts val="799"/>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41" name="PlaceHolder 1"/>
          <p:cNvSpPr>
            <a:spLocks noGrp="1"/>
          </p:cNvSpPr>
          <p:nvPr>
            <p:ph type="title"/>
          </p:nvPr>
        </p:nvSpPr>
        <p:spPr>
          <a:xfrm>
            <a:off x="609480" y="272880"/>
            <a:ext cx="10972800" cy="1144800"/>
          </a:xfrm>
          <a:prstGeom prst="rect">
            <a:avLst/>
          </a:prstGeom>
          <a:noFill/>
          <a:ln w="0">
            <a:noFill/>
          </a:ln>
        </p:spPr>
        <p:txBody>
          <a:bodyPr lIns="0" tIns="0" rIns="0" bIns="0" anchor="ctr">
            <a:noAutofit/>
          </a:body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400" b="0">
                <a:latin typeface="Times New Roman"/>
              </a:rPr>
              <a:t>Data Used</a:t>
            </a:r>
            <a:endParaRPr lang="en-US" sz="4800" b="0" u="none" strike="noStrike">
              <a:solidFill>
                <a:srgbClr val="1F497D"/>
              </a:solidFill>
              <a:effectLst/>
              <a:uFillTx/>
              <a:latin typeface="Arial"/>
            </a:endParaRPr>
          </a:p>
        </p:txBody>
      </p:sp>
      <p:sp>
        <p:nvSpPr>
          <p:cNvPr id="42" name="PlaceHolder 2"/>
          <p:cNvSpPr>
            <a:spLocks noGrp="1"/>
          </p:cNvSpPr>
          <p:nvPr>
            <p:ph/>
          </p:nvPr>
        </p:nvSpPr>
        <p:spPr>
          <a:xfrm>
            <a:off x="631800" y="1151906"/>
            <a:ext cx="10972800" cy="5096614"/>
          </a:xfrm>
          <a:prstGeom prst="rect">
            <a:avLst/>
          </a:prstGeom>
          <a:noFill/>
          <a:ln w="0">
            <a:noFill/>
          </a:ln>
        </p:spPr>
        <p:txBody>
          <a:bodyPr lIns="0" tIns="0" rIns="0" bIns="0" anchor="t">
            <a:normAutofit/>
          </a:bodyPr>
          <a:lstStyle/>
          <a:p>
            <a:pPr lvl="0"/>
            <a:endParaRPr lang="en-US" sz="2200" b="1" dirty="0"/>
          </a:p>
          <a:p>
            <a:pPr marL="342900" lvl="0" indent="-342900">
              <a:buFont typeface="Arial" panose="020B0604020202020204" pitchFamily="34" charset="0"/>
              <a:buChar char="•"/>
            </a:pPr>
            <a:r>
              <a:rPr lang="en-US" sz="2200" b="1" dirty="0"/>
              <a:t>Dataset:</a:t>
            </a:r>
            <a:r>
              <a:rPr lang="en-US" sz="2200" dirty="0"/>
              <a:t> A collection of SMS messages labelled as Spam or Ham.</a:t>
            </a:r>
          </a:p>
          <a:p>
            <a:pPr marL="342900" lvl="0" indent="-342900">
              <a:buFont typeface="Arial" panose="020B0604020202020204" pitchFamily="34" charset="0"/>
              <a:buChar char="•"/>
            </a:pPr>
            <a:r>
              <a:rPr lang="en-US" sz="2200" b="1" dirty="0"/>
              <a:t>Spam Messages:</a:t>
            </a:r>
            <a:r>
              <a:rPr lang="en-US" sz="2200" dirty="0"/>
              <a:t> Includes unwanted advertisements, promotional offers, fraudulent notifications, and suspicious messages.</a:t>
            </a:r>
          </a:p>
          <a:p>
            <a:pPr marL="342900" lvl="0" indent="-342900">
              <a:buFont typeface="Arial" panose="020B0604020202020204" pitchFamily="34" charset="0"/>
              <a:buChar char="•"/>
            </a:pPr>
            <a:r>
              <a:rPr lang="en-US" sz="2200" b="1" dirty="0"/>
              <a:t>Ham Messages:</a:t>
            </a:r>
            <a:r>
              <a:rPr lang="en-US" sz="2200" dirty="0"/>
              <a:t> Includes genuine personal messages and normal service notifications.</a:t>
            </a:r>
          </a:p>
          <a:p>
            <a:pPr marL="342900" lvl="0" indent="-342900">
              <a:buFont typeface="Arial" panose="020B0604020202020204" pitchFamily="34" charset="0"/>
              <a:buChar char="•"/>
            </a:pPr>
            <a:r>
              <a:rPr lang="en-US" sz="2200" b="1" dirty="0"/>
              <a:t>Message Text:</a:t>
            </a:r>
            <a:r>
              <a:rPr lang="en-US" sz="2200" dirty="0"/>
              <a:t> Contains the actual content of each SMS.</a:t>
            </a:r>
          </a:p>
          <a:p>
            <a:pPr marL="342900" lvl="0" indent="-342900">
              <a:buFont typeface="Arial" panose="020B0604020202020204" pitchFamily="34" charset="0"/>
              <a:buChar char="•"/>
            </a:pPr>
            <a:r>
              <a:rPr lang="en-US" sz="2200" b="1" dirty="0"/>
              <a:t>Category Labels:</a:t>
            </a:r>
            <a:r>
              <a:rPr lang="en-US" sz="2200" dirty="0"/>
              <a:t> Each message is labelled as either Spam or Ham.</a:t>
            </a:r>
          </a:p>
          <a:p>
            <a:pPr marL="342900" lvl="0" indent="-342900">
              <a:buFont typeface="Arial" panose="020B0604020202020204" pitchFamily="34" charset="0"/>
              <a:buChar char="•"/>
            </a:pPr>
            <a:r>
              <a:rPr lang="en-US" sz="2200" b="1" dirty="0"/>
              <a:t>Text Preprocessing:</a:t>
            </a:r>
            <a:r>
              <a:rPr lang="en-US" sz="2200" dirty="0"/>
              <a:t> Converts text into a suitable format for analysis.</a:t>
            </a:r>
          </a:p>
          <a:p>
            <a:pPr marL="342900" lvl="0" indent="-342900">
              <a:buFont typeface="Arial" panose="020B0604020202020204" pitchFamily="34" charset="0"/>
              <a:buChar char="•"/>
            </a:pPr>
            <a:r>
              <a:rPr lang="en-US" sz="2200" b="1" dirty="0"/>
              <a:t>Feature Extraction:</a:t>
            </a:r>
            <a:r>
              <a:rPr lang="en-US" sz="2200" dirty="0"/>
              <a:t> Converts text messages into numerical features for machine learning.</a:t>
            </a:r>
          </a:p>
          <a:p>
            <a:pPr marL="342900" lvl="0" indent="-342900">
              <a:buFont typeface="Arial" panose="020B0604020202020204" pitchFamily="34" charset="0"/>
              <a:buChar char="•"/>
            </a:pPr>
            <a:r>
              <a:rPr lang="en-US" sz="2200" b="1" dirty="0"/>
              <a:t>Training Data:</a:t>
            </a:r>
            <a:r>
              <a:rPr lang="en-US" sz="2200" dirty="0"/>
              <a:t> Used to train the machine learning model.</a:t>
            </a:r>
          </a:p>
          <a:p>
            <a:pPr marL="342900" lvl="0" indent="-342900">
              <a:buFont typeface="Arial" panose="020B0604020202020204" pitchFamily="34" charset="0"/>
              <a:buChar char="•"/>
            </a:pPr>
            <a:r>
              <a:rPr lang="en-US" sz="2200" b="1" dirty="0"/>
              <a:t>Testing Data:</a:t>
            </a:r>
            <a:r>
              <a:rPr lang="en-US" sz="2200" dirty="0"/>
              <a:t> Used to evaluate the trained model's performance.</a:t>
            </a:r>
          </a:p>
          <a:p>
            <a:pPr marL="342900" lvl="0" indent="-342900">
              <a:buFont typeface="Arial" panose="020B0604020202020204" pitchFamily="34" charset="0"/>
              <a:buChar char="•"/>
            </a:pPr>
            <a:r>
              <a:rPr lang="en-US" sz="2200" b="1" dirty="0"/>
              <a:t>Prediction:</a:t>
            </a:r>
            <a:r>
              <a:rPr lang="en-US" sz="2200" dirty="0"/>
              <a:t> The trained model classifies new messages as Spam or Ham.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Title 1"/>
          <p:cNvSpPr/>
          <p:nvPr/>
        </p:nvSpPr>
        <p:spPr>
          <a:xfrm>
            <a:off x="623880" y="1773360"/>
            <a:ext cx="10696680" cy="1655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ct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44" name="Subtitle 2"/>
          <p:cNvSpPr/>
          <p:nvPr/>
        </p:nvSpPr>
        <p:spPr>
          <a:xfrm>
            <a:off x="792000" y="2895480"/>
            <a:ext cx="10358640" cy="26164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gn="r">
              <a:spcBef>
                <a:spcPts val="799"/>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45" name="PlaceHolder 1"/>
          <p:cNvSpPr>
            <a:spLocks noGrp="1"/>
          </p:cNvSpPr>
          <p:nvPr>
            <p:ph type="title"/>
          </p:nvPr>
        </p:nvSpPr>
        <p:spPr>
          <a:xfrm>
            <a:off x="609480" y="272520"/>
            <a:ext cx="10972800" cy="870120"/>
          </a:xfrm>
          <a:prstGeom prst="rect">
            <a:avLst/>
          </a:prstGeom>
          <a:noFill/>
          <a:ln w="0">
            <a:noFill/>
          </a:ln>
        </p:spPr>
        <p:txBody>
          <a:bodyPr lIns="0" tIns="0" rIns="0" bIns="0" anchor="ctr">
            <a:noAutofit/>
          </a:body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400" b="0" dirty="0">
                <a:latin typeface="Times New Roman"/>
              </a:rPr>
              <a:t>Modules</a:t>
            </a:r>
            <a:endParaRPr lang="en-US" sz="4800" b="0" u="none" strike="noStrike" dirty="0">
              <a:solidFill>
                <a:srgbClr val="1F497D"/>
              </a:solidFill>
              <a:effectLst/>
              <a:uFillTx/>
              <a:latin typeface="Arial"/>
            </a:endParaRPr>
          </a:p>
        </p:txBody>
      </p:sp>
      <p:sp>
        <p:nvSpPr>
          <p:cNvPr id="46" name="PlaceHolder 2"/>
          <p:cNvSpPr>
            <a:spLocks noGrp="1"/>
          </p:cNvSpPr>
          <p:nvPr>
            <p:ph/>
          </p:nvPr>
        </p:nvSpPr>
        <p:spPr>
          <a:xfrm>
            <a:off x="631800" y="1258560"/>
            <a:ext cx="10972800" cy="4303800"/>
          </a:xfrm>
          <a:prstGeom prst="rect">
            <a:avLst/>
          </a:prstGeom>
          <a:noFill/>
          <a:ln w="0">
            <a:noFill/>
          </a:ln>
        </p:spPr>
        <p:txBody>
          <a:bodyPr lIns="0" tIns="0" rIns="0" bIns="0" anchor="t">
            <a:noAutofit/>
          </a:bodyPr>
          <a:lstStyle/>
          <a:p>
            <a:pPr marL="342900" lvl="0" indent="-342900">
              <a:buFont typeface="Arial" panose="020B0604020202020204" pitchFamily="34" charset="0"/>
              <a:buChar char="•"/>
            </a:pPr>
            <a:r>
              <a:rPr lang="en-US" sz="2000" b="1" dirty="0"/>
              <a:t>Data Collection Module:</a:t>
            </a:r>
            <a:r>
              <a:rPr lang="en-US" sz="2000" dirty="0"/>
              <a:t> Collects SMS messages labelled as Spam or Ham to train and test the machine learning model.</a:t>
            </a:r>
          </a:p>
          <a:p>
            <a:pPr marL="342900" lvl="0" indent="-342900">
              <a:buFont typeface="Arial" panose="020B0604020202020204" pitchFamily="34" charset="0"/>
              <a:buChar char="•"/>
            </a:pPr>
            <a:r>
              <a:rPr lang="en-US" sz="2000" b="1" dirty="0"/>
              <a:t>Data Preprocessing Module:</a:t>
            </a:r>
            <a:r>
              <a:rPr lang="en-US" sz="2000" dirty="0"/>
              <a:t> Cleans the message text by converting it to lowercase, removing punctuation, tokenizing words, and removing unnecessary stop words where appropriate.</a:t>
            </a:r>
          </a:p>
          <a:p>
            <a:pPr marL="342900" lvl="0" indent="-342900">
              <a:buFont typeface="Arial" panose="020B0604020202020204" pitchFamily="34" charset="0"/>
              <a:buChar char="•"/>
            </a:pPr>
            <a:r>
              <a:rPr lang="en-US" sz="2000" b="1" dirty="0"/>
              <a:t>Feature Extraction Module:</a:t>
            </a:r>
            <a:r>
              <a:rPr lang="en-US" sz="2000" dirty="0"/>
              <a:t> Converts text messages into numerical features using techniques such as Bag of Words or TF-IDF.</a:t>
            </a:r>
          </a:p>
          <a:p>
            <a:pPr marL="342900" lvl="0" indent="-342900">
              <a:buFont typeface="Arial" panose="020B0604020202020204" pitchFamily="34" charset="0"/>
              <a:buChar char="•"/>
            </a:pPr>
            <a:r>
              <a:rPr lang="en-US" sz="2000" b="1" dirty="0"/>
              <a:t>Model Training Module:</a:t>
            </a:r>
            <a:r>
              <a:rPr lang="en-US" sz="2000" dirty="0"/>
              <a:t> Trains a machine learning algorithm using labelled SMS messages to learn the patterns of spam and genuine messages.</a:t>
            </a:r>
          </a:p>
          <a:p>
            <a:pPr marL="342900" lvl="0" indent="-342900">
              <a:buFont typeface="Arial" panose="020B0604020202020204" pitchFamily="34" charset="0"/>
              <a:buChar char="•"/>
            </a:pPr>
            <a:r>
              <a:rPr lang="en-US" sz="2000" b="1" dirty="0"/>
              <a:t>SMS Classification Module:</a:t>
            </a:r>
            <a:r>
              <a:rPr lang="en-US" sz="2000" dirty="0"/>
              <a:t> Analyzes a new SMS message and predicts whether it belongs to the Spam or Ham category.</a:t>
            </a:r>
          </a:p>
          <a:p>
            <a:pPr marL="342900" lvl="0" indent="-342900">
              <a:buFont typeface="Arial" panose="020B0604020202020204" pitchFamily="34" charset="0"/>
              <a:buChar char="•"/>
            </a:pPr>
            <a:r>
              <a:rPr lang="en-US" sz="2000" b="1" dirty="0"/>
              <a:t>Performance Evaluation Module:</a:t>
            </a:r>
            <a:r>
              <a:rPr lang="en-US" sz="2000" dirty="0"/>
              <a:t> Evaluates the model using metrics such as accuracy, precision, recall, and F1-score.</a:t>
            </a:r>
          </a:p>
          <a:p>
            <a:pPr marL="342900" lvl="0" indent="-342900">
              <a:buFont typeface="Arial" panose="020B0604020202020204" pitchFamily="34" charset="0"/>
              <a:buChar char="•"/>
            </a:pPr>
            <a:r>
              <a:rPr lang="en-US" sz="2000" b="1" dirty="0"/>
              <a:t>User Interface Module:</a:t>
            </a:r>
            <a:r>
              <a:rPr lang="en-US" sz="2000" dirty="0"/>
              <a:t> Provides an interface where users can enter an SMS message and view the predicted result.</a:t>
            </a:r>
          </a:p>
          <a:p>
            <a:pPr marL="342900" lvl="0" indent="-342900">
              <a:buFont typeface="Arial" panose="020B0604020202020204" pitchFamily="34" charset="0"/>
              <a:buChar char="•"/>
            </a:pPr>
            <a:r>
              <a:rPr lang="en-US" sz="2000" b="1" dirty="0"/>
              <a:t>Result Display Module:</a:t>
            </a:r>
            <a:r>
              <a:rPr lang="en-US" sz="2000" dirty="0"/>
              <a:t> Displays the final classification result as Spam or Ham.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Title 1"/>
          <p:cNvSpPr/>
          <p:nvPr/>
        </p:nvSpPr>
        <p:spPr>
          <a:xfrm>
            <a:off x="623880" y="1773360"/>
            <a:ext cx="10696680" cy="1655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ct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48" name="Subtitle 2"/>
          <p:cNvSpPr/>
          <p:nvPr/>
        </p:nvSpPr>
        <p:spPr>
          <a:xfrm>
            <a:off x="792000" y="2895480"/>
            <a:ext cx="10358640" cy="26164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gn="r">
              <a:spcBef>
                <a:spcPts val="799"/>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49" name="PlaceHolder 1"/>
          <p:cNvSpPr>
            <a:spLocks noGrp="1"/>
          </p:cNvSpPr>
          <p:nvPr>
            <p:ph type="title"/>
          </p:nvPr>
        </p:nvSpPr>
        <p:spPr>
          <a:xfrm>
            <a:off x="609480" y="272520"/>
            <a:ext cx="10972800" cy="870120"/>
          </a:xfrm>
          <a:prstGeom prst="rect">
            <a:avLst/>
          </a:prstGeom>
          <a:noFill/>
          <a:ln w="0">
            <a:noFill/>
          </a:ln>
        </p:spPr>
        <p:txBody>
          <a:bodyPr lIns="0" tIns="0" rIns="0" bIns="0" anchor="ctr">
            <a:noAutofit/>
          </a:body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400" b="0" dirty="0">
                <a:latin typeface="Times New Roman"/>
              </a:rPr>
              <a:t>NLP / ML Algorithm</a:t>
            </a:r>
            <a:endParaRPr lang="en-US" sz="4800" b="0" u="none" strike="noStrike" dirty="0">
              <a:solidFill>
                <a:srgbClr val="1F497D"/>
              </a:solidFill>
              <a:effectLst/>
              <a:uFillTx/>
              <a:latin typeface="Arial"/>
            </a:endParaRPr>
          </a:p>
        </p:txBody>
      </p:sp>
      <p:sp>
        <p:nvSpPr>
          <p:cNvPr id="50" name="PlaceHolder 2"/>
          <p:cNvSpPr>
            <a:spLocks noGrp="1"/>
          </p:cNvSpPr>
          <p:nvPr>
            <p:ph/>
          </p:nvPr>
        </p:nvSpPr>
        <p:spPr>
          <a:xfrm>
            <a:off x="631800" y="1258560"/>
            <a:ext cx="10972800" cy="4303800"/>
          </a:xfrm>
          <a:prstGeom prst="rect">
            <a:avLst/>
          </a:prstGeom>
          <a:noFill/>
          <a:ln w="0">
            <a:noFill/>
          </a:ln>
        </p:spPr>
        <p:txBody>
          <a:bodyPr lIns="0" tIns="0" rIns="0" bIns="0" anchor="t">
            <a:noAutofit/>
          </a:bodyPr>
          <a:lstStyle/>
          <a:p>
            <a:r>
              <a:rPr lang="en-US" sz="2000" b="1" dirty="0"/>
              <a:t>NLP Concepts Used:</a:t>
            </a:r>
            <a:endParaRPr lang="en-US" sz="2000" dirty="0"/>
          </a:p>
          <a:p>
            <a:pPr marL="342900" lvl="0" indent="-342900">
              <a:buFont typeface="Arial" panose="020B0604020202020204" pitchFamily="34" charset="0"/>
              <a:buChar char="•"/>
            </a:pPr>
            <a:r>
              <a:rPr lang="en-US" sz="2000" dirty="0"/>
              <a:t>Tokenization – splits an SMS message into individual words.</a:t>
            </a:r>
          </a:p>
          <a:p>
            <a:pPr marL="342900" lvl="0" indent="-342900">
              <a:buFont typeface="Arial" panose="020B0604020202020204" pitchFamily="34" charset="0"/>
              <a:buChar char="•"/>
            </a:pPr>
            <a:r>
              <a:rPr lang="en-US" sz="2000" dirty="0" err="1"/>
              <a:t>StopWord</a:t>
            </a:r>
            <a:r>
              <a:rPr lang="en-US" sz="2000" dirty="0"/>
              <a:t> Handling – removes common words that may provide limited information.</a:t>
            </a:r>
          </a:p>
          <a:p>
            <a:pPr marL="342900" lvl="0" indent="-342900">
              <a:buFont typeface="Arial" panose="020B0604020202020204" pitchFamily="34" charset="0"/>
              <a:buChar char="•"/>
            </a:pPr>
            <a:r>
              <a:rPr lang="en-US" sz="2000" dirty="0"/>
              <a:t>Lowercase Conversion – converts all text into lowercase for consistent processing.</a:t>
            </a:r>
          </a:p>
          <a:p>
            <a:pPr marL="342900" lvl="0" indent="-342900">
              <a:buFont typeface="Arial" panose="020B0604020202020204" pitchFamily="34" charset="0"/>
              <a:buChar char="•"/>
            </a:pPr>
            <a:r>
              <a:rPr lang="en-US" sz="2000" dirty="0"/>
              <a:t>Punctuation Removal – removes unnecessary punctuation marks and symbols.</a:t>
            </a:r>
          </a:p>
          <a:p>
            <a:pPr lvl="0"/>
            <a:endParaRPr lang="en-US" sz="2000" dirty="0"/>
          </a:p>
          <a:p>
            <a:r>
              <a:rPr lang="en-US" sz="2000" b="1" dirty="0"/>
              <a:t>Feature Extraction:</a:t>
            </a:r>
            <a:endParaRPr lang="en-US" sz="2000" dirty="0"/>
          </a:p>
          <a:p>
            <a:pPr marL="342900" lvl="0" indent="-342900">
              <a:buFont typeface="Arial" panose="020B0604020202020204" pitchFamily="34" charset="0"/>
              <a:buChar char="•"/>
            </a:pPr>
            <a:r>
              <a:rPr lang="en-US" sz="2000" dirty="0"/>
              <a:t>TF-IDF – converts SMS text into numerical features based on the importance of words.</a:t>
            </a:r>
          </a:p>
          <a:p>
            <a:pPr marL="342900" lvl="0" indent="-342900">
              <a:buFont typeface="Arial" panose="020B0604020202020204" pitchFamily="34" charset="0"/>
              <a:buChar char="•"/>
            </a:pPr>
            <a:r>
              <a:rPr lang="en-US" sz="2000" dirty="0"/>
              <a:t>Bag of Words – represents messages based on word frequency.</a:t>
            </a:r>
          </a:p>
          <a:p>
            <a:pPr lvl="0"/>
            <a:endParaRPr lang="en-US" sz="2000" dirty="0"/>
          </a:p>
          <a:p>
            <a:r>
              <a:rPr lang="en-US" sz="2000" b="1" dirty="0"/>
              <a:t>Machine Learning:</a:t>
            </a:r>
            <a:endParaRPr lang="en-US" sz="2000" dirty="0"/>
          </a:p>
          <a:p>
            <a:pPr marL="342900" lvl="0" indent="-342900">
              <a:buFont typeface="Arial" panose="020B0604020202020204" pitchFamily="34" charset="0"/>
              <a:buChar char="•"/>
            </a:pPr>
            <a:r>
              <a:rPr lang="en-US" sz="2000" dirty="0"/>
              <a:t>Multinomial Naive Bayes / Logistic Regression can be used as baseline classifiers.</a:t>
            </a:r>
          </a:p>
          <a:p>
            <a:pPr marL="342900" lvl="0" indent="-342900">
              <a:buFont typeface="Arial" panose="020B0604020202020204" pitchFamily="34" charset="0"/>
              <a:buChar char="•"/>
            </a:pPr>
            <a:r>
              <a:rPr lang="en-US" sz="2000" dirty="0"/>
              <a:t>The model classifies SMS messages as Spam or Ham (legitimate message).</a:t>
            </a:r>
          </a:p>
          <a:p>
            <a:pPr marL="342900" lvl="0" indent="-342900">
              <a:buFont typeface="Arial" panose="020B0604020202020204" pitchFamily="34" charset="0"/>
              <a:buChar char="•"/>
            </a:pPr>
            <a:r>
              <a:rPr lang="en-US" sz="2000" dirty="0"/>
              <a:t>The final algorithm and evaluation results will be reported based on the actual experiment.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Title 1"/>
          <p:cNvSpPr/>
          <p:nvPr/>
        </p:nvSpPr>
        <p:spPr>
          <a:xfrm>
            <a:off x="623880" y="1773360"/>
            <a:ext cx="10696680" cy="1655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ct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52" name="Subtitle 2"/>
          <p:cNvSpPr/>
          <p:nvPr/>
        </p:nvSpPr>
        <p:spPr>
          <a:xfrm>
            <a:off x="792000" y="2895480"/>
            <a:ext cx="10358640" cy="26164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gn="r">
              <a:spcBef>
                <a:spcPts val="799"/>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53" name="PlaceHolder 1"/>
          <p:cNvSpPr>
            <a:spLocks noGrp="1"/>
          </p:cNvSpPr>
          <p:nvPr>
            <p:ph type="title"/>
          </p:nvPr>
        </p:nvSpPr>
        <p:spPr>
          <a:xfrm>
            <a:off x="609480" y="272520"/>
            <a:ext cx="10972800" cy="870120"/>
          </a:xfrm>
          <a:prstGeom prst="rect">
            <a:avLst/>
          </a:prstGeom>
          <a:noFill/>
          <a:ln w="0">
            <a:noFill/>
          </a:ln>
        </p:spPr>
        <p:txBody>
          <a:bodyPr lIns="0" tIns="0" rIns="0" bIns="0" anchor="ctr">
            <a:noAutofit/>
          </a:body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400" b="0" dirty="0">
                <a:latin typeface="Times New Roman"/>
              </a:rPr>
              <a:t>Python Implementation (NLTK Concepts)</a:t>
            </a:r>
            <a:endParaRPr lang="en-US" sz="4800" b="0" u="none" strike="noStrike" dirty="0">
              <a:solidFill>
                <a:srgbClr val="1F497D"/>
              </a:solidFill>
              <a:effectLst/>
              <a:uFillTx/>
              <a:latin typeface="Arial"/>
            </a:endParaRPr>
          </a:p>
        </p:txBody>
      </p:sp>
      <p:sp>
        <p:nvSpPr>
          <p:cNvPr id="54" name="PlaceHolder 2"/>
          <p:cNvSpPr>
            <a:spLocks noGrp="1"/>
          </p:cNvSpPr>
          <p:nvPr>
            <p:ph/>
          </p:nvPr>
        </p:nvSpPr>
        <p:spPr>
          <a:xfrm>
            <a:off x="631800" y="1258560"/>
            <a:ext cx="10972800" cy="4303800"/>
          </a:xfrm>
          <a:prstGeom prst="rect">
            <a:avLst/>
          </a:prstGeom>
          <a:noFill/>
          <a:ln w="0">
            <a:noFill/>
          </a:ln>
        </p:spPr>
        <p:txBody>
          <a:bodyPr lIns="0" tIns="0" rIns="0" bIns="0" anchor="t">
            <a:normAutofit/>
          </a:bodyPr>
          <a:lstStyle/>
          <a:p>
            <a:pPr marL="342900" indent="-342900">
              <a:buFont typeface="Arial" panose="020B0604020202020204" pitchFamily="34" charset="0"/>
              <a:buChar char="•"/>
            </a:pPr>
            <a:r>
              <a:rPr lang="en-US" sz="2000" b="1" dirty="0"/>
              <a:t>Example Input:</a:t>
            </a:r>
            <a:r>
              <a:rPr lang="en-US" sz="2000" dirty="0"/>
              <a:t> “Congratulations! You have won a free prize. Click here now!”</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Tokenization:</a:t>
            </a:r>
            <a:r>
              <a:rPr lang="en-US" sz="2000" dirty="0"/>
              <a:t> [“Congratulations”, “You”, “have”, “won”, “a”, “free”, “prize”, “Click”, “here”, “now”]</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Normalization: </a:t>
            </a:r>
            <a:r>
              <a:rPr lang="en-US" sz="2000" dirty="0"/>
              <a:t>[“congratulations”, “you”, “have”, “won”, “a”, “free”, “prize”, “click”, “here”, “now”]</a:t>
            </a:r>
          </a:p>
          <a:p>
            <a:pPr marL="342900" indent="-342900">
              <a:buFont typeface="Arial" panose="020B0604020202020204" pitchFamily="34" charset="0"/>
              <a:buChar char="•"/>
            </a:pPr>
            <a:r>
              <a:rPr lang="en-US" sz="2000" dirty="0"/>
              <a:t>  </a:t>
            </a:r>
          </a:p>
          <a:p>
            <a:pPr marL="342900" indent="-342900">
              <a:buFont typeface="Arial" panose="020B0604020202020204" pitchFamily="34" charset="0"/>
              <a:buChar char="•"/>
            </a:pPr>
            <a:r>
              <a:rPr lang="en-US" sz="2000" b="1" dirty="0" err="1"/>
              <a:t>Stopword</a:t>
            </a:r>
            <a:r>
              <a:rPr lang="en-US" sz="2000" b="1" dirty="0"/>
              <a:t> Removal:</a:t>
            </a:r>
            <a:r>
              <a:rPr lang="en-US" sz="2000" dirty="0"/>
              <a:t> [“congratulations”, “won”, “free”, “prize”, “click”]</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Lemmatization / Stemming: </a:t>
            </a:r>
            <a:r>
              <a:rPr lang="en-US" sz="2000" dirty="0"/>
              <a:t>Words can be reduced to their base forms to simplify text processing.</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Final Step: Processed SMS → TF-IDF Vector → ML Classifier → Predicted Category (Spam / Ham)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Title 1"/>
          <p:cNvSpPr/>
          <p:nvPr/>
        </p:nvSpPr>
        <p:spPr>
          <a:xfrm>
            <a:off x="623880" y="1773360"/>
            <a:ext cx="10696680" cy="1655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ct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56" name="Subtitle 2"/>
          <p:cNvSpPr/>
          <p:nvPr/>
        </p:nvSpPr>
        <p:spPr>
          <a:xfrm>
            <a:off x="792000" y="2895480"/>
            <a:ext cx="10358640" cy="26164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gn="r">
              <a:spcBef>
                <a:spcPts val="799"/>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57" name="PlaceHolder 1"/>
          <p:cNvSpPr>
            <a:spLocks noGrp="1"/>
          </p:cNvSpPr>
          <p:nvPr>
            <p:ph type="title"/>
          </p:nvPr>
        </p:nvSpPr>
        <p:spPr>
          <a:xfrm>
            <a:off x="609480" y="272520"/>
            <a:ext cx="10972800" cy="870120"/>
          </a:xfrm>
          <a:prstGeom prst="rect">
            <a:avLst/>
          </a:prstGeom>
          <a:noFill/>
          <a:ln w="0">
            <a:noFill/>
          </a:ln>
        </p:spPr>
        <p:txBody>
          <a:bodyPr lIns="0" tIns="0" rIns="0" bIns="0" anchor="ctr">
            <a:noAutofit/>
          </a:body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400" b="0" dirty="0">
                <a:latin typeface="Times New Roman"/>
              </a:rPr>
              <a:t>Output / Result</a:t>
            </a:r>
            <a:endParaRPr lang="en-US" sz="4800" b="0" u="none" strike="noStrike" dirty="0">
              <a:solidFill>
                <a:srgbClr val="1F497D"/>
              </a:solidFill>
              <a:effectLst/>
              <a:uFillTx/>
              <a:latin typeface="Arial"/>
            </a:endParaRPr>
          </a:p>
        </p:txBody>
      </p:sp>
      <p:sp>
        <p:nvSpPr>
          <p:cNvPr id="59" name="TextBox 58"/>
          <p:cNvSpPr txBox="1"/>
          <p:nvPr/>
        </p:nvSpPr>
        <p:spPr>
          <a:xfrm>
            <a:off x="1154499" y="1142640"/>
            <a:ext cx="9882761" cy="4401205"/>
          </a:xfrm>
          <a:prstGeom prst="rect">
            <a:avLst/>
          </a:prstGeom>
          <a:noFill/>
        </p:spPr>
        <p:txBody>
          <a:bodyPr wrap="square">
            <a:spAutoFit/>
          </a:bodyPr>
          <a:lstStyle/>
          <a:p>
            <a:r>
              <a:rPr lang="en-US" sz="2000" b="1" dirty="0"/>
              <a:t>Output / Result </a:t>
            </a:r>
            <a:r>
              <a:rPr lang="en-US" sz="2000" dirty="0"/>
              <a:t>– SMS Spam Classifier (or) Ham Classifier</a:t>
            </a:r>
          </a:p>
          <a:p>
            <a:pPr marL="342900" indent="-342900">
              <a:buFont typeface="Arial" panose="020B0604020202020204" pitchFamily="34" charset="0"/>
              <a:buChar char="•"/>
            </a:pPr>
            <a:r>
              <a:rPr lang="en-US" sz="2000" b="1" dirty="0"/>
              <a:t>Example Input 1: </a:t>
            </a:r>
            <a:r>
              <a:rPr lang="en-US" sz="2000" dirty="0"/>
              <a:t>“Congratulations! You have won a free prize. Click here now!”</a:t>
            </a:r>
          </a:p>
          <a:p>
            <a:pPr marL="342900" indent="-342900">
              <a:buFont typeface="Arial" panose="020B0604020202020204" pitchFamily="34" charset="0"/>
              <a:buChar char="•"/>
            </a:pPr>
            <a:r>
              <a:rPr lang="en-US" sz="2000" b="1" dirty="0"/>
              <a:t>Preprocessed Text: </a:t>
            </a:r>
            <a:r>
              <a:rPr lang="en-US" sz="2000" dirty="0"/>
              <a:t>[“congratulations”, “won”, “free”, “prize”, “click”]</a:t>
            </a:r>
          </a:p>
          <a:p>
            <a:pPr marL="342900" indent="-342900">
              <a:buFont typeface="Arial" panose="020B0604020202020204" pitchFamily="34" charset="0"/>
              <a:buChar char="•"/>
            </a:pPr>
            <a:r>
              <a:rPr lang="en-US" sz="2000" b="1" dirty="0"/>
              <a:t>Predicted Output: </a:t>
            </a:r>
            <a:r>
              <a:rPr lang="en-US" sz="2000" dirty="0"/>
              <a:t>Spam Message.</a:t>
            </a:r>
          </a:p>
          <a:p>
            <a:endParaRPr lang="en-US" sz="2000" dirty="0"/>
          </a:p>
          <a:p>
            <a:pPr marL="342900" indent="-342900">
              <a:buFont typeface="Arial" panose="020B0604020202020204" pitchFamily="34" charset="0"/>
              <a:buChar char="•"/>
            </a:pPr>
            <a:r>
              <a:rPr lang="en-US" sz="2000" b="1" dirty="0"/>
              <a:t>Example Input 2: </a:t>
            </a:r>
            <a:r>
              <a:rPr lang="en-US" sz="2000" dirty="0"/>
              <a:t>“Hey, how are you? Shall we meet tomorrow?”</a:t>
            </a:r>
          </a:p>
          <a:p>
            <a:pPr marL="342900" indent="-342900">
              <a:buFont typeface="Arial" panose="020B0604020202020204" pitchFamily="34" charset="0"/>
              <a:buChar char="•"/>
            </a:pPr>
            <a:r>
              <a:rPr lang="en-US" sz="2000" b="1" dirty="0"/>
              <a:t>Preprocessed Text: </a:t>
            </a:r>
            <a:r>
              <a:rPr lang="en-US" sz="2000" dirty="0"/>
              <a:t>[“hey”, “meet”, “tomorrow”]</a:t>
            </a:r>
          </a:p>
          <a:p>
            <a:pPr marL="342900" indent="-342900">
              <a:buFont typeface="Arial" panose="020B0604020202020204" pitchFamily="34" charset="0"/>
              <a:buChar char="•"/>
            </a:pPr>
            <a:r>
              <a:rPr lang="en-US" sz="2000" b="1" dirty="0"/>
              <a:t>Predicted Output: </a:t>
            </a:r>
            <a:r>
              <a:rPr lang="en-US" sz="2000" dirty="0"/>
              <a:t>Ham (Legitimate Message).</a:t>
            </a:r>
          </a:p>
          <a:p>
            <a:r>
              <a:rPr lang="en-US" sz="2000" b="1" dirty="0"/>
              <a:t>Final Result:</a:t>
            </a:r>
            <a:endParaRPr lang="en-US" sz="2000" dirty="0"/>
          </a:p>
          <a:p>
            <a:pPr marL="342900" lvl="0" indent="-342900">
              <a:buFont typeface="Arial" panose="020B0604020202020204" pitchFamily="34" charset="0"/>
              <a:buChar char="•"/>
            </a:pPr>
            <a:r>
              <a:rPr lang="en-US" sz="2000" dirty="0"/>
              <a:t>The system accepts an SMS message as input.</a:t>
            </a:r>
          </a:p>
          <a:p>
            <a:pPr marL="342900" lvl="0" indent="-342900">
              <a:buFont typeface="Arial" panose="020B0604020202020204" pitchFamily="34" charset="0"/>
              <a:buChar char="•"/>
            </a:pPr>
            <a:r>
              <a:rPr lang="en-US" sz="2000" dirty="0"/>
              <a:t>It preprocesses the text and extracts useful features.</a:t>
            </a:r>
          </a:p>
          <a:p>
            <a:pPr marL="342900" lvl="0" indent="-342900">
              <a:buFont typeface="Arial" panose="020B0604020202020204" pitchFamily="34" charset="0"/>
              <a:buChar char="•"/>
            </a:pPr>
            <a:r>
              <a:rPr lang="en-US" sz="2000" dirty="0"/>
              <a:t>The trained machine learning model predicts whether the message is Spam or Ham.</a:t>
            </a:r>
          </a:p>
          <a:p>
            <a:pPr marL="342900" lvl="0" indent="-342900">
              <a:buFont typeface="Arial" panose="020B0604020202020204" pitchFamily="34" charset="0"/>
              <a:buChar char="•"/>
            </a:pPr>
            <a:r>
              <a:rPr lang="en-US" sz="2000" dirty="0"/>
              <a:t>The classification result is displayed to the user.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FDE4673-ED13-7983-ABB7-044BEDF1530C}"/>
            </a:ext>
          </a:extLst>
        </p:cNvPr>
        <p:cNvGrpSpPr/>
        <p:nvPr/>
      </p:nvGrpSpPr>
      <p:grpSpPr>
        <a:xfrm>
          <a:off x="0" y="0"/>
          <a:ext cx="0" cy="0"/>
          <a:chOff x="0" y="0"/>
          <a:chExt cx="0" cy="0"/>
        </a:xfrm>
      </p:grpSpPr>
      <p:sp>
        <p:nvSpPr>
          <p:cNvPr id="55" name="Title 1">
            <a:extLst>
              <a:ext uri="{FF2B5EF4-FFF2-40B4-BE49-F238E27FC236}">
                <a16:creationId xmlns:a16="http://schemas.microsoft.com/office/drawing/2014/main" id="{793C9FB7-3E93-7D5E-917C-FC5BC201E748}"/>
              </a:ext>
            </a:extLst>
          </p:cNvPr>
          <p:cNvSpPr/>
          <p:nvPr/>
        </p:nvSpPr>
        <p:spPr>
          <a:xfrm>
            <a:off x="623880" y="1773360"/>
            <a:ext cx="10696680" cy="16556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ct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56" name="Subtitle 2">
            <a:extLst>
              <a:ext uri="{FF2B5EF4-FFF2-40B4-BE49-F238E27FC236}">
                <a16:creationId xmlns:a16="http://schemas.microsoft.com/office/drawing/2014/main" id="{99CB1341-F435-EDB6-EC4B-292AC27ECF53}"/>
              </a:ext>
            </a:extLst>
          </p:cNvPr>
          <p:cNvSpPr/>
          <p:nvPr/>
        </p:nvSpPr>
        <p:spPr>
          <a:xfrm>
            <a:off x="792000" y="2895480"/>
            <a:ext cx="10358640" cy="26164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gn="r">
              <a:spcBef>
                <a:spcPts val="799"/>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800" b="0" u="none" strike="noStrike">
              <a:solidFill>
                <a:srgbClr val="000000"/>
              </a:solidFill>
              <a:effectLst/>
              <a:uFillTx/>
              <a:latin typeface="Arial"/>
            </a:endParaRPr>
          </a:p>
        </p:txBody>
      </p:sp>
      <p:sp>
        <p:nvSpPr>
          <p:cNvPr id="57" name="PlaceHolder 1">
            <a:extLst>
              <a:ext uri="{FF2B5EF4-FFF2-40B4-BE49-F238E27FC236}">
                <a16:creationId xmlns:a16="http://schemas.microsoft.com/office/drawing/2014/main" id="{30357AA0-EA49-8607-F2EB-05B7E457234F}"/>
              </a:ext>
            </a:extLst>
          </p:cNvPr>
          <p:cNvSpPr>
            <a:spLocks noGrp="1"/>
          </p:cNvSpPr>
          <p:nvPr>
            <p:ph type="title"/>
          </p:nvPr>
        </p:nvSpPr>
        <p:spPr>
          <a:xfrm>
            <a:off x="609480" y="272520"/>
            <a:ext cx="10972800" cy="870120"/>
          </a:xfrm>
          <a:prstGeom prst="rect">
            <a:avLst/>
          </a:prstGeom>
          <a:noFill/>
          <a:ln w="0">
            <a:noFill/>
          </a:ln>
        </p:spPr>
        <p:txBody>
          <a:bodyPr lIns="0" tIns="0" rIns="0" bIns="0" anchor="ctr">
            <a:noAutofit/>
          </a:body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400" dirty="0"/>
              <a:t>Conclusion</a:t>
            </a:r>
          </a:p>
        </p:txBody>
      </p:sp>
      <p:sp>
        <p:nvSpPr>
          <p:cNvPr id="59" name="TextBox 58">
            <a:extLst>
              <a:ext uri="{FF2B5EF4-FFF2-40B4-BE49-F238E27FC236}">
                <a16:creationId xmlns:a16="http://schemas.microsoft.com/office/drawing/2014/main" id="{0037BAB4-685B-0BCD-0D77-CF8898FE9AE8}"/>
              </a:ext>
            </a:extLst>
          </p:cNvPr>
          <p:cNvSpPr txBox="1"/>
          <p:nvPr/>
        </p:nvSpPr>
        <p:spPr>
          <a:xfrm>
            <a:off x="1154499" y="1142640"/>
            <a:ext cx="9882761" cy="4708981"/>
          </a:xfrm>
          <a:prstGeom prst="rect">
            <a:avLst/>
          </a:prstGeom>
          <a:noFill/>
        </p:spPr>
        <p:txBody>
          <a:bodyPr wrap="square">
            <a:spAutoFit/>
          </a:bodyPr>
          <a:lstStyle/>
          <a:p>
            <a:pPr marL="342900" indent="-342900">
              <a:buFont typeface="Arial" panose="020B0604020202020204" pitchFamily="34" charset="0"/>
              <a:buChar char="•"/>
            </a:pPr>
            <a:r>
              <a:rPr lang="en-US" sz="2000" dirty="0"/>
              <a:t>The SMS Spam Classifier project provides an effective method for classifying SMS messages as Spam or Ham using Natural Language Processing (NLP) and Machine Learning techniques. The system preprocesses message text and converts it into numerical features for classification. The trained model predicts whether a message is spam or a genuine message. This approach reduces manual effort and helps users identify unwanted messages more efficiently. The system can be further improved by using larger datasets, testing different machine learning algorithms, and developing a user-friendly interface. Overall, this project demonstrates the practical application of NLP and Machine Learning in text classification and contributes to safer digital communication. It also provides practical knowledge of text preprocessing, feature extraction, and machine learning model development. The system can be extended to classify messages in real time and handle different types of spam content. Thus, this project serves as a foundation for developing more advanced and reliable spam detection systems in the future.</a:t>
            </a:r>
          </a:p>
        </p:txBody>
      </p:sp>
    </p:spTree>
    <p:extLst>
      <p:ext uri="{BB962C8B-B14F-4D97-AF65-F5344CB8AC3E}">
        <p14:creationId xmlns:p14="http://schemas.microsoft.com/office/powerpoint/2010/main" val="453432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Rectangle 1"/>
          <p:cNvPicPr/>
          <p:nvPr/>
        </p:nvPicPr>
        <p:blipFill>
          <a:blip r:embed="rId2"/>
          <a:stretch/>
        </p:blipFill>
        <p:spPr>
          <a:xfrm>
            <a:off x="2152800" y="3981600"/>
            <a:ext cx="7886520" cy="1206360"/>
          </a:xfrm>
          <a:prstGeom prst="rect">
            <a:avLst/>
          </a:prstGeom>
          <a:noFill/>
          <a:ln w="0">
            <a:noFill/>
          </a:ln>
        </p:spPr>
      </p:pic>
      <p:pic>
        <p:nvPicPr>
          <p:cNvPr id="61" name="Picture 6" descr="Kulanz kann dauerhaft zur Zahlung verpflichten » AGENTIN"/>
          <p:cNvPicPr/>
          <p:nvPr/>
        </p:nvPicPr>
        <p:blipFill>
          <a:blip r:embed="rId3"/>
          <a:srcRect b="21978"/>
          <a:stretch/>
        </p:blipFill>
        <p:spPr>
          <a:xfrm>
            <a:off x="3794040" y="1668600"/>
            <a:ext cx="4603680" cy="2387520"/>
          </a:xfrm>
          <a:prstGeom prst="rect">
            <a:avLst/>
          </a:prstGeom>
          <a:noFill/>
          <a:ln w="0">
            <a:noFill/>
          </a:ln>
        </p:spPr>
      </p:pic>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33455</TotalTime>
  <Words>1753</Words>
  <Application>Microsoft Macintosh PowerPoint</Application>
  <PresentationFormat>Custom</PresentationFormat>
  <Paragraphs>113</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Times New Roman</vt:lpstr>
      <vt:lpstr>Wingdings</vt:lpstr>
      <vt:lpstr>Office</vt:lpstr>
      <vt:lpstr>PowerPoint Presentation</vt:lpstr>
      <vt:lpstr>CONTENTS</vt:lpstr>
      <vt:lpstr>Introduction</vt:lpstr>
      <vt:lpstr>Abstract</vt:lpstr>
      <vt:lpstr>Problem Definition</vt:lpstr>
      <vt:lpstr>Proposed Solution</vt:lpstr>
      <vt:lpstr>Data Used</vt:lpstr>
      <vt:lpstr>Modules</vt:lpstr>
      <vt:lpstr>NLP / ML Algorithm</vt:lpstr>
      <vt:lpstr>Python Implementation (NLTK Concepts)</vt:lpstr>
      <vt:lpstr>Output / Result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Surya Prakash</dc:creator>
  <cp:lastModifiedBy>VENKATA SUDHEESH TEJA CHALUVADI</cp:lastModifiedBy>
  <cp:revision>3</cp:revision>
  <dcterms:modified xsi:type="dcterms:W3CDTF">2026-10-25T09:04:01Z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Administrator</dc:creator>
  <dc:description/>
  <dc:language>en-US</dc:language>
  <cp:lastModifiedBy>Sudha Rani</cp:lastModifiedBy>
  <dcterms:modified xsi:type="dcterms:W3CDTF">2026-09-29T16:12:02Z</dcterms:modified>
  <cp:revision>452</cp:revision>
  <dc:subject/>
  <dc:title>UNIT-I</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false</vt:bool>
  </property>
  <property fmtid="{D5CDD505-2E9C-101B-9397-08002B2CF9AE}" pid="4" name="LinksUpToDate">
    <vt:bool>false</vt:bool>
  </property>
  <property fmtid="{D5CDD505-2E9C-101B-9397-08002B2CF9AE}" pid="5" name="MMClips">
    <vt:r8>0</vt:r8>
  </property>
  <property fmtid="{D5CDD505-2E9C-101B-9397-08002B2CF9AE}" pid="6" name="Notes">
    <vt:r8>21</vt:r8>
  </property>
  <property fmtid="{D5CDD505-2E9C-101B-9397-08002B2CF9AE}" pid="7" name="PresentationFormat">
    <vt:lpwstr>On-screen Show (4:3)</vt:lpwstr>
  </property>
  <property fmtid="{D5CDD505-2E9C-101B-9397-08002B2CF9AE}" pid="8" name="ScaleCrop">
    <vt:bool>false</vt:bool>
  </property>
  <property fmtid="{D5CDD505-2E9C-101B-9397-08002B2CF9AE}" pid="9" name="ShareDoc">
    <vt:bool>false</vt:bool>
  </property>
  <property fmtid="{D5CDD505-2E9C-101B-9397-08002B2CF9AE}" pid="10" name="Slides">
    <vt:r8>118</vt:r8>
  </property>
</Properties>
</file>